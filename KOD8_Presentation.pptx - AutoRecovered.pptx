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72" r:id="rId4"/>
    <p:sldId id="257" r:id="rId5"/>
    <p:sldId id="26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F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8023F9-87DD-4B5B-A426-96F32C75816E}" v="1" dt="2026-10-18T23:41:47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h ULUSOY" userId="170df292cdd60702" providerId="LiveId" clId="{8E142A70-EEC0-4804-BF2E-168616E81164}"/>
    <pc:docChg chg="undo custSel modSld">
      <pc:chgData name="Fatih ULUSOY" userId="170df292cdd60702" providerId="LiveId" clId="{8E142A70-EEC0-4804-BF2E-168616E81164}" dt="2026-10-19T00:04:05.937" v="172" actId="1076"/>
      <pc:docMkLst>
        <pc:docMk/>
      </pc:docMkLst>
      <pc:sldChg chg="addSp delSp modSp mod">
        <pc:chgData name="Fatih ULUSOY" userId="170df292cdd60702" providerId="LiveId" clId="{8E142A70-EEC0-4804-BF2E-168616E81164}" dt="2026-10-19T00:04:05.937" v="172" actId="1076"/>
        <pc:sldMkLst>
          <pc:docMk/>
          <pc:sldMk cId="1071716271" sldId="267"/>
        </pc:sldMkLst>
        <pc:spChg chg="del">
          <ac:chgData name="Fatih ULUSOY" userId="170df292cdd60702" providerId="LiveId" clId="{8E142A70-EEC0-4804-BF2E-168616E81164}" dt="2026-10-18T23:27:17.726" v="0" actId="478"/>
          <ac:spMkLst>
            <pc:docMk/>
            <pc:sldMk cId="1071716271" sldId="267"/>
            <ac:spMk id="4" creationId="{D58327F3-D885-723C-8A49-A42D64CB09CB}"/>
          </ac:spMkLst>
        </pc:spChg>
        <pc:graphicFrameChg chg="add del modGraphic">
          <ac:chgData name="Fatih ULUSOY" userId="170df292cdd60702" providerId="LiveId" clId="{8E142A70-EEC0-4804-BF2E-168616E81164}" dt="2026-10-18T23:37:11.338" v="10" actId="478"/>
          <ac:graphicFrameMkLst>
            <pc:docMk/>
            <pc:sldMk cId="1071716271" sldId="267"/>
            <ac:graphicFrameMk id="2" creationId="{FC5F8D46-5580-F46E-647F-5B3A1A18D12D}"/>
          </ac:graphicFrameMkLst>
        </pc:graphicFrameChg>
        <pc:graphicFrameChg chg="add mod modGraphic">
          <ac:chgData name="Fatih ULUSOY" userId="170df292cdd60702" providerId="LiveId" clId="{8E142A70-EEC0-4804-BF2E-168616E81164}" dt="2026-10-19T00:04:05.937" v="172" actId="1076"/>
          <ac:graphicFrameMkLst>
            <pc:docMk/>
            <pc:sldMk cId="1071716271" sldId="267"/>
            <ac:graphicFrameMk id="3" creationId="{42C7DB32-2AF8-72C5-5796-022471471D79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C82CC2-586B-43C2-815C-C2532F7BB3B5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02EB112-CAE0-4FA0-B4A7-88CCDC2B9EC2}">
      <dgm:prSet phldrT="[Text]" phldr="0"/>
      <dgm:spPr/>
      <dgm:t>
        <a:bodyPr/>
        <a:lstStyle/>
        <a:p>
          <a:r>
            <a:rPr lang="en-US" dirty="0"/>
            <a:t>DILARA</a:t>
          </a:r>
        </a:p>
      </dgm:t>
    </dgm:pt>
    <dgm:pt modelId="{EFCD1445-1698-4D6E-916F-258EF8FFD9BA}" type="parTrans" cxnId="{935D32AE-B072-411A-B553-D15D0961A14C}">
      <dgm:prSet/>
      <dgm:spPr/>
      <dgm:t>
        <a:bodyPr/>
        <a:lstStyle/>
        <a:p>
          <a:endParaRPr lang="en-US"/>
        </a:p>
      </dgm:t>
    </dgm:pt>
    <dgm:pt modelId="{C416AE16-BC4D-41F3-8651-9AA157C3AA52}" type="sibTrans" cxnId="{935D32AE-B072-411A-B553-D15D0961A14C}">
      <dgm:prSet/>
      <dgm:spPr/>
      <dgm:t>
        <a:bodyPr/>
        <a:lstStyle/>
        <a:p>
          <a:endParaRPr lang="en-US"/>
        </a:p>
      </dgm:t>
    </dgm:pt>
    <dgm:pt modelId="{B52271B4-00FA-4FD6-9CD0-D54EBCD08064}">
      <dgm:prSet phldrT="[Text]" phldr="0"/>
      <dgm:spPr/>
      <dgm:t>
        <a:bodyPr/>
        <a:lstStyle/>
        <a:p>
          <a:r>
            <a:rPr lang="en-US" dirty="0"/>
            <a:t>DSPACE</a:t>
          </a:r>
        </a:p>
      </dgm:t>
    </dgm:pt>
    <dgm:pt modelId="{BBB91A49-36A4-4ED1-A371-CC603C14C745}" type="parTrans" cxnId="{B9B5435C-BC7F-48E9-8B7D-ED2269634F99}">
      <dgm:prSet/>
      <dgm:spPr/>
      <dgm:t>
        <a:bodyPr/>
        <a:lstStyle/>
        <a:p>
          <a:endParaRPr lang="en-US"/>
        </a:p>
      </dgm:t>
    </dgm:pt>
    <dgm:pt modelId="{C2271BC3-25A4-4562-AC54-C088EE7DDB79}" type="sibTrans" cxnId="{B9B5435C-BC7F-48E9-8B7D-ED2269634F99}">
      <dgm:prSet/>
      <dgm:spPr/>
      <dgm:t>
        <a:bodyPr/>
        <a:lstStyle/>
        <a:p>
          <a:endParaRPr lang="en-US"/>
        </a:p>
      </dgm:t>
    </dgm:pt>
    <dgm:pt modelId="{BED1F624-A80B-4E9E-BEDA-65024D6026AE}">
      <dgm:prSet phldrT="[Text]" phldr="0"/>
      <dgm:spPr/>
      <dgm:t>
        <a:bodyPr/>
        <a:lstStyle/>
        <a:p>
          <a:r>
            <a:rPr lang="en-US" dirty="0"/>
            <a:t>CYBERSTORM</a:t>
          </a:r>
        </a:p>
      </dgm:t>
    </dgm:pt>
    <dgm:pt modelId="{284C8734-8DE1-46B6-B4FB-5BDA41AA1562}" type="parTrans" cxnId="{7B4A0D74-76D5-4BF1-B265-20FC311995BD}">
      <dgm:prSet/>
      <dgm:spPr/>
      <dgm:t>
        <a:bodyPr/>
        <a:lstStyle/>
        <a:p>
          <a:endParaRPr lang="en-US"/>
        </a:p>
      </dgm:t>
    </dgm:pt>
    <dgm:pt modelId="{8A2E0F07-8496-4CFD-B5F4-72D3C3759936}" type="sibTrans" cxnId="{7B4A0D74-76D5-4BF1-B265-20FC311995BD}">
      <dgm:prSet/>
      <dgm:spPr/>
      <dgm:t>
        <a:bodyPr/>
        <a:lstStyle/>
        <a:p>
          <a:endParaRPr lang="en-US"/>
        </a:p>
      </dgm:t>
    </dgm:pt>
    <dgm:pt modelId="{BDF8FB55-3582-403F-9D44-D85A4BE1347B}">
      <dgm:prSet phldrT="[Text]" phldr="0"/>
      <dgm:spPr/>
      <dgm:t>
        <a:bodyPr/>
        <a:lstStyle/>
        <a:p>
          <a:r>
            <a:rPr lang="en-US" dirty="0"/>
            <a:t>EYE</a:t>
          </a:r>
        </a:p>
      </dgm:t>
    </dgm:pt>
    <dgm:pt modelId="{D83E7F2B-1D16-46B4-BBEE-788AD722F63A}" type="parTrans" cxnId="{A638173C-D7E6-4EF1-A01B-B51524552C5F}">
      <dgm:prSet/>
      <dgm:spPr/>
      <dgm:t>
        <a:bodyPr/>
        <a:lstStyle/>
        <a:p>
          <a:endParaRPr lang="en-US"/>
        </a:p>
      </dgm:t>
    </dgm:pt>
    <dgm:pt modelId="{8A8832D6-8D1E-4629-824C-BC29563F92F2}" type="sibTrans" cxnId="{A638173C-D7E6-4EF1-A01B-B51524552C5F}">
      <dgm:prSet/>
      <dgm:spPr/>
      <dgm:t>
        <a:bodyPr/>
        <a:lstStyle/>
        <a:p>
          <a:endParaRPr lang="en-US"/>
        </a:p>
      </dgm:t>
    </dgm:pt>
    <dgm:pt modelId="{06A59F26-379C-42F0-9568-3B193D234C8A}">
      <dgm:prSet phldrT="[Text]" phldr="0"/>
      <dgm:spPr/>
      <dgm:t>
        <a:bodyPr/>
        <a:lstStyle/>
        <a:p>
          <a:r>
            <a:rPr lang="en-US" dirty="0"/>
            <a:t>CHAOS</a:t>
          </a:r>
        </a:p>
      </dgm:t>
    </dgm:pt>
    <dgm:pt modelId="{67A512EC-5C52-4F1E-9571-DCEB25712FF7}" type="parTrans" cxnId="{366473D7-37FA-49C5-A252-0F15F78082BA}">
      <dgm:prSet/>
      <dgm:spPr/>
      <dgm:t>
        <a:bodyPr/>
        <a:lstStyle/>
        <a:p>
          <a:endParaRPr lang="en-US"/>
        </a:p>
      </dgm:t>
    </dgm:pt>
    <dgm:pt modelId="{BE6074D8-3A5F-4B14-A0C2-F7A17D4B2E5D}" type="sibTrans" cxnId="{366473D7-37FA-49C5-A252-0F15F78082BA}">
      <dgm:prSet/>
      <dgm:spPr/>
      <dgm:t>
        <a:bodyPr/>
        <a:lstStyle/>
        <a:p>
          <a:endParaRPr lang="en-US"/>
        </a:p>
      </dgm:t>
    </dgm:pt>
    <dgm:pt modelId="{9C08B5EA-9F7C-4906-BB09-969493035049}">
      <dgm:prSet phldrT="[Text]" phldr="0"/>
      <dgm:spPr/>
      <dgm:t>
        <a:bodyPr/>
        <a:lstStyle/>
        <a:p>
          <a:r>
            <a:rPr lang="en-US"/>
            <a:t>KOD8</a:t>
          </a:r>
          <a:endParaRPr lang="en-US" dirty="0"/>
        </a:p>
      </dgm:t>
    </dgm:pt>
    <dgm:pt modelId="{BD8D0EC0-F653-4385-B726-379844AF409F}" type="parTrans" cxnId="{45D1E245-C6B9-4A75-A3D0-8585B086F325}">
      <dgm:prSet/>
      <dgm:spPr/>
      <dgm:t>
        <a:bodyPr/>
        <a:lstStyle/>
        <a:p>
          <a:endParaRPr lang="en-US"/>
        </a:p>
      </dgm:t>
    </dgm:pt>
    <dgm:pt modelId="{BC7C587F-553D-4CF5-B375-BD7A765D1815}" type="sibTrans" cxnId="{45D1E245-C6B9-4A75-A3D0-8585B086F325}">
      <dgm:prSet/>
      <dgm:spPr/>
      <dgm:t>
        <a:bodyPr/>
        <a:lstStyle/>
        <a:p>
          <a:endParaRPr lang="en-US"/>
        </a:p>
      </dgm:t>
    </dgm:pt>
    <dgm:pt modelId="{372F245B-2493-4097-BA83-705F6839E525}">
      <dgm:prSet phldrT="[Text]" phldr="0"/>
      <dgm:spPr/>
      <dgm:t>
        <a:bodyPr/>
        <a:lstStyle/>
        <a:p>
          <a:r>
            <a:rPr lang="en-US"/>
            <a:t>D-ARCADE</a:t>
          </a:r>
          <a:endParaRPr lang="en-US" dirty="0"/>
        </a:p>
      </dgm:t>
    </dgm:pt>
    <dgm:pt modelId="{663464E5-D376-408A-8A30-ED5222E54144}" type="parTrans" cxnId="{124C74D9-A569-468E-A6A8-9CB770DA8013}">
      <dgm:prSet/>
      <dgm:spPr/>
      <dgm:t>
        <a:bodyPr/>
        <a:lstStyle/>
        <a:p>
          <a:endParaRPr lang="en-US"/>
        </a:p>
      </dgm:t>
    </dgm:pt>
    <dgm:pt modelId="{16C8A0E6-C838-4402-B707-D6CE85E42B76}" type="sibTrans" cxnId="{124C74D9-A569-468E-A6A8-9CB770DA8013}">
      <dgm:prSet/>
      <dgm:spPr/>
      <dgm:t>
        <a:bodyPr/>
        <a:lstStyle/>
        <a:p>
          <a:endParaRPr lang="en-US"/>
        </a:p>
      </dgm:t>
    </dgm:pt>
    <dgm:pt modelId="{6C0B3FCE-A92F-41A6-B547-D0ABAC1FAEB3}">
      <dgm:prSet phldrT="[Text]" phldr="0"/>
      <dgm:spPr/>
      <dgm:t>
        <a:bodyPr/>
        <a:lstStyle/>
        <a:p>
          <a:r>
            <a:rPr lang="en-US"/>
            <a:t>D-LLM</a:t>
          </a:r>
          <a:endParaRPr lang="en-US" dirty="0"/>
        </a:p>
      </dgm:t>
    </dgm:pt>
    <dgm:pt modelId="{9BB99CBF-D1CC-42C0-93B3-951F4EEEC5B8}" type="parTrans" cxnId="{D7C89901-EA9A-4967-87EB-0F9D8CA775EE}">
      <dgm:prSet/>
      <dgm:spPr/>
      <dgm:t>
        <a:bodyPr/>
        <a:lstStyle/>
        <a:p>
          <a:endParaRPr lang="en-US"/>
        </a:p>
      </dgm:t>
    </dgm:pt>
    <dgm:pt modelId="{EA336893-D835-41A7-944A-2EE5EB1C936D}" type="sibTrans" cxnId="{D7C89901-EA9A-4967-87EB-0F9D8CA775EE}">
      <dgm:prSet/>
      <dgm:spPr/>
      <dgm:t>
        <a:bodyPr/>
        <a:lstStyle/>
        <a:p>
          <a:endParaRPr lang="en-US"/>
        </a:p>
      </dgm:t>
    </dgm:pt>
    <dgm:pt modelId="{399A922B-92A6-4221-800F-195B306CE841}">
      <dgm:prSet phldrT="[Text]" phldr="0"/>
      <dgm:spPr/>
      <dgm:t>
        <a:bodyPr/>
        <a:lstStyle/>
        <a:p>
          <a:r>
            <a:rPr lang="en-US"/>
            <a:t>D-TERMINAL</a:t>
          </a:r>
          <a:endParaRPr lang="en-US" dirty="0"/>
        </a:p>
      </dgm:t>
    </dgm:pt>
    <dgm:pt modelId="{9FA8FA60-139D-46FB-8F7D-B0D99251EC48}" type="parTrans" cxnId="{D31D1319-F53E-4AF0-90D4-38338FBAD00E}">
      <dgm:prSet/>
      <dgm:spPr/>
      <dgm:t>
        <a:bodyPr/>
        <a:lstStyle/>
        <a:p>
          <a:endParaRPr lang="en-US"/>
        </a:p>
      </dgm:t>
    </dgm:pt>
    <dgm:pt modelId="{D7FD2E66-3F75-4BBF-85DE-06A7616785C4}" type="sibTrans" cxnId="{D31D1319-F53E-4AF0-90D4-38338FBAD00E}">
      <dgm:prSet/>
      <dgm:spPr/>
      <dgm:t>
        <a:bodyPr/>
        <a:lstStyle/>
        <a:p>
          <a:endParaRPr lang="en-US"/>
        </a:p>
      </dgm:t>
    </dgm:pt>
    <dgm:pt modelId="{5757034B-87B9-49C7-A58B-B10CBFF87710}" type="pres">
      <dgm:prSet presAssocID="{18C82CC2-586B-43C2-815C-C2532F7BB3B5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2C9BEFF-C4D3-4438-9EE8-56707BAD36C6}" type="pres">
      <dgm:prSet presAssocID="{D02EB112-CAE0-4FA0-B4A7-88CCDC2B9EC2}" presName="hierRoot1" presStyleCnt="0">
        <dgm:presLayoutVars>
          <dgm:hierBranch val="init"/>
        </dgm:presLayoutVars>
      </dgm:prSet>
      <dgm:spPr/>
    </dgm:pt>
    <dgm:pt modelId="{8D04A83A-18D1-46C2-9E53-C5CA7B27B2DC}" type="pres">
      <dgm:prSet presAssocID="{D02EB112-CAE0-4FA0-B4A7-88CCDC2B9EC2}" presName="rootComposite1" presStyleCnt="0"/>
      <dgm:spPr/>
    </dgm:pt>
    <dgm:pt modelId="{65AEABBC-64A2-476C-BEF0-98D1820CF732}" type="pres">
      <dgm:prSet presAssocID="{D02EB112-CAE0-4FA0-B4A7-88CCDC2B9EC2}" presName="rootText1" presStyleLbl="alignAcc1" presStyleIdx="0" presStyleCnt="0">
        <dgm:presLayoutVars>
          <dgm:chPref val="3"/>
        </dgm:presLayoutVars>
      </dgm:prSet>
      <dgm:spPr/>
    </dgm:pt>
    <dgm:pt modelId="{C2D52ECE-8FA7-424D-A80F-660B9ED6480E}" type="pres">
      <dgm:prSet presAssocID="{D02EB112-CAE0-4FA0-B4A7-88CCDC2B9EC2}" presName="topArc1" presStyleLbl="parChTrans1D1" presStyleIdx="0" presStyleCnt="18"/>
      <dgm:spPr/>
    </dgm:pt>
    <dgm:pt modelId="{964D7F30-AC1E-4F32-8EE4-A2EE2FD5DC44}" type="pres">
      <dgm:prSet presAssocID="{D02EB112-CAE0-4FA0-B4A7-88CCDC2B9EC2}" presName="bottomArc1" presStyleLbl="parChTrans1D1" presStyleIdx="1" presStyleCnt="18"/>
      <dgm:spPr/>
    </dgm:pt>
    <dgm:pt modelId="{2104EEC7-D014-4463-BF83-CA57D842B900}" type="pres">
      <dgm:prSet presAssocID="{D02EB112-CAE0-4FA0-B4A7-88CCDC2B9EC2}" presName="topConnNode1" presStyleLbl="node1" presStyleIdx="0" presStyleCnt="0"/>
      <dgm:spPr/>
    </dgm:pt>
    <dgm:pt modelId="{A6DD7A82-F837-4F19-BDD9-C09448E3F002}" type="pres">
      <dgm:prSet presAssocID="{D02EB112-CAE0-4FA0-B4A7-88CCDC2B9EC2}" presName="hierChild2" presStyleCnt="0"/>
      <dgm:spPr/>
    </dgm:pt>
    <dgm:pt modelId="{18BC658F-D3EE-4949-97F8-20025329B852}" type="pres">
      <dgm:prSet presAssocID="{BBB91A49-36A4-4ED1-A371-CC603C14C745}" presName="Name28" presStyleLbl="parChTrans1D2" presStyleIdx="0" presStyleCnt="8"/>
      <dgm:spPr/>
    </dgm:pt>
    <dgm:pt modelId="{51F2A3B5-4DCA-470E-BF50-86CAFBD85CB9}" type="pres">
      <dgm:prSet presAssocID="{B52271B4-00FA-4FD6-9CD0-D54EBCD08064}" presName="hierRoot2" presStyleCnt="0">
        <dgm:presLayoutVars>
          <dgm:hierBranch val="init"/>
        </dgm:presLayoutVars>
      </dgm:prSet>
      <dgm:spPr/>
    </dgm:pt>
    <dgm:pt modelId="{504A78B4-FC83-493F-9B41-DCCFDE095A28}" type="pres">
      <dgm:prSet presAssocID="{B52271B4-00FA-4FD6-9CD0-D54EBCD08064}" presName="rootComposite2" presStyleCnt="0"/>
      <dgm:spPr/>
    </dgm:pt>
    <dgm:pt modelId="{9B688FB1-C05C-48EA-8DC0-7D8509748703}" type="pres">
      <dgm:prSet presAssocID="{B52271B4-00FA-4FD6-9CD0-D54EBCD08064}" presName="rootText2" presStyleLbl="alignAcc1" presStyleIdx="0" presStyleCnt="0">
        <dgm:presLayoutVars>
          <dgm:chPref val="3"/>
        </dgm:presLayoutVars>
      </dgm:prSet>
      <dgm:spPr/>
    </dgm:pt>
    <dgm:pt modelId="{DCCE21C3-923F-4FE9-8508-6DBBF003F14E}" type="pres">
      <dgm:prSet presAssocID="{B52271B4-00FA-4FD6-9CD0-D54EBCD08064}" presName="topArc2" presStyleLbl="parChTrans1D1" presStyleIdx="2" presStyleCnt="18"/>
      <dgm:spPr/>
    </dgm:pt>
    <dgm:pt modelId="{C5B2AFC7-2DB5-4D1D-85D3-EA9A1ACC3D08}" type="pres">
      <dgm:prSet presAssocID="{B52271B4-00FA-4FD6-9CD0-D54EBCD08064}" presName="bottomArc2" presStyleLbl="parChTrans1D1" presStyleIdx="3" presStyleCnt="18"/>
      <dgm:spPr/>
    </dgm:pt>
    <dgm:pt modelId="{A7E44B23-D8EF-4A97-9167-803A283D4F09}" type="pres">
      <dgm:prSet presAssocID="{B52271B4-00FA-4FD6-9CD0-D54EBCD08064}" presName="topConnNode2" presStyleLbl="node2" presStyleIdx="0" presStyleCnt="0"/>
      <dgm:spPr/>
    </dgm:pt>
    <dgm:pt modelId="{F6F04E62-1CF8-4770-B593-F7ECC3A03902}" type="pres">
      <dgm:prSet presAssocID="{B52271B4-00FA-4FD6-9CD0-D54EBCD08064}" presName="hierChild4" presStyleCnt="0"/>
      <dgm:spPr/>
    </dgm:pt>
    <dgm:pt modelId="{A31EDF81-6803-4219-9C00-A728FE5522C1}" type="pres">
      <dgm:prSet presAssocID="{B52271B4-00FA-4FD6-9CD0-D54EBCD08064}" presName="hierChild5" presStyleCnt="0"/>
      <dgm:spPr/>
    </dgm:pt>
    <dgm:pt modelId="{590A519D-E0E5-456F-AB37-951118D24902}" type="pres">
      <dgm:prSet presAssocID="{284C8734-8DE1-46B6-B4FB-5BDA41AA1562}" presName="Name28" presStyleLbl="parChTrans1D2" presStyleIdx="1" presStyleCnt="8"/>
      <dgm:spPr/>
    </dgm:pt>
    <dgm:pt modelId="{064652F5-1265-44A2-9996-02E64EC32A20}" type="pres">
      <dgm:prSet presAssocID="{BED1F624-A80B-4E9E-BEDA-65024D6026AE}" presName="hierRoot2" presStyleCnt="0">
        <dgm:presLayoutVars>
          <dgm:hierBranch val="init"/>
        </dgm:presLayoutVars>
      </dgm:prSet>
      <dgm:spPr/>
    </dgm:pt>
    <dgm:pt modelId="{0EA81FBE-BC9E-4544-B512-6A7F4A54803B}" type="pres">
      <dgm:prSet presAssocID="{BED1F624-A80B-4E9E-BEDA-65024D6026AE}" presName="rootComposite2" presStyleCnt="0"/>
      <dgm:spPr/>
    </dgm:pt>
    <dgm:pt modelId="{ABA0DDE3-9236-4D8A-8C59-A6BEFBA06028}" type="pres">
      <dgm:prSet presAssocID="{BED1F624-A80B-4E9E-BEDA-65024D6026AE}" presName="rootText2" presStyleLbl="alignAcc1" presStyleIdx="0" presStyleCnt="0">
        <dgm:presLayoutVars>
          <dgm:chPref val="3"/>
        </dgm:presLayoutVars>
      </dgm:prSet>
      <dgm:spPr/>
    </dgm:pt>
    <dgm:pt modelId="{550CD1D2-5D75-441E-B5F3-A4CD51A03AD1}" type="pres">
      <dgm:prSet presAssocID="{BED1F624-A80B-4E9E-BEDA-65024D6026AE}" presName="topArc2" presStyleLbl="parChTrans1D1" presStyleIdx="4" presStyleCnt="18"/>
      <dgm:spPr/>
    </dgm:pt>
    <dgm:pt modelId="{4ED80234-07BA-4AFD-BCA5-0334B973123F}" type="pres">
      <dgm:prSet presAssocID="{BED1F624-A80B-4E9E-BEDA-65024D6026AE}" presName="bottomArc2" presStyleLbl="parChTrans1D1" presStyleIdx="5" presStyleCnt="18"/>
      <dgm:spPr/>
    </dgm:pt>
    <dgm:pt modelId="{0D4FA396-FE34-4076-A12F-F5896BFF893B}" type="pres">
      <dgm:prSet presAssocID="{BED1F624-A80B-4E9E-BEDA-65024D6026AE}" presName="topConnNode2" presStyleLbl="node2" presStyleIdx="0" presStyleCnt="0"/>
      <dgm:spPr/>
    </dgm:pt>
    <dgm:pt modelId="{3394EF14-0499-49E2-9E2A-E0E325733317}" type="pres">
      <dgm:prSet presAssocID="{BED1F624-A80B-4E9E-BEDA-65024D6026AE}" presName="hierChild4" presStyleCnt="0"/>
      <dgm:spPr/>
    </dgm:pt>
    <dgm:pt modelId="{A617E3A1-E322-4B97-A54A-4AC87CDDE7C1}" type="pres">
      <dgm:prSet presAssocID="{BED1F624-A80B-4E9E-BEDA-65024D6026AE}" presName="hierChild5" presStyleCnt="0"/>
      <dgm:spPr/>
    </dgm:pt>
    <dgm:pt modelId="{DB0242AB-9A97-470D-BC27-7E59CF810476}" type="pres">
      <dgm:prSet presAssocID="{D83E7F2B-1D16-46B4-BBEE-788AD722F63A}" presName="Name28" presStyleLbl="parChTrans1D2" presStyleIdx="2" presStyleCnt="8"/>
      <dgm:spPr/>
    </dgm:pt>
    <dgm:pt modelId="{833D7173-D6C7-4935-8789-94AE01AF4135}" type="pres">
      <dgm:prSet presAssocID="{BDF8FB55-3582-403F-9D44-D85A4BE1347B}" presName="hierRoot2" presStyleCnt="0">
        <dgm:presLayoutVars>
          <dgm:hierBranch val="init"/>
        </dgm:presLayoutVars>
      </dgm:prSet>
      <dgm:spPr/>
    </dgm:pt>
    <dgm:pt modelId="{E84433BF-EEB3-4B3B-A08A-EE7C8402ACDD}" type="pres">
      <dgm:prSet presAssocID="{BDF8FB55-3582-403F-9D44-D85A4BE1347B}" presName="rootComposite2" presStyleCnt="0"/>
      <dgm:spPr/>
    </dgm:pt>
    <dgm:pt modelId="{B7B62A0A-7CCB-46E9-98A4-0645CDC9CA92}" type="pres">
      <dgm:prSet presAssocID="{BDF8FB55-3582-403F-9D44-D85A4BE1347B}" presName="rootText2" presStyleLbl="alignAcc1" presStyleIdx="0" presStyleCnt="0">
        <dgm:presLayoutVars>
          <dgm:chPref val="3"/>
        </dgm:presLayoutVars>
      </dgm:prSet>
      <dgm:spPr/>
    </dgm:pt>
    <dgm:pt modelId="{4FFC6FFC-88FC-4BA4-8561-79449ED0ACED}" type="pres">
      <dgm:prSet presAssocID="{BDF8FB55-3582-403F-9D44-D85A4BE1347B}" presName="topArc2" presStyleLbl="parChTrans1D1" presStyleIdx="6" presStyleCnt="18"/>
      <dgm:spPr/>
    </dgm:pt>
    <dgm:pt modelId="{69156907-AB5E-4EC0-9788-2F514656C6A7}" type="pres">
      <dgm:prSet presAssocID="{BDF8FB55-3582-403F-9D44-D85A4BE1347B}" presName="bottomArc2" presStyleLbl="parChTrans1D1" presStyleIdx="7" presStyleCnt="18"/>
      <dgm:spPr/>
    </dgm:pt>
    <dgm:pt modelId="{671F0027-CFB7-44F9-8C81-536C6B70EA88}" type="pres">
      <dgm:prSet presAssocID="{BDF8FB55-3582-403F-9D44-D85A4BE1347B}" presName="topConnNode2" presStyleLbl="node2" presStyleIdx="0" presStyleCnt="0"/>
      <dgm:spPr/>
    </dgm:pt>
    <dgm:pt modelId="{1ACB3B80-3ACD-44CF-9448-287A5BF7C181}" type="pres">
      <dgm:prSet presAssocID="{BDF8FB55-3582-403F-9D44-D85A4BE1347B}" presName="hierChild4" presStyleCnt="0"/>
      <dgm:spPr/>
    </dgm:pt>
    <dgm:pt modelId="{1DA01B86-3FE8-4B8D-8B24-15BEAA747014}" type="pres">
      <dgm:prSet presAssocID="{BDF8FB55-3582-403F-9D44-D85A4BE1347B}" presName="hierChild5" presStyleCnt="0"/>
      <dgm:spPr/>
    </dgm:pt>
    <dgm:pt modelId="{ADA074B4-0D44-4CD7-9CA8-F10F5B3C31D5}" type="pres">
      <dgm:prSet presAssocID="{67A512EC-5C52-4F1E-9571-DCEB25712FF7}" presName="Name28" presStyleLbl="parChTrans1D2" presStyleIdx="3" presStyleCnt="8"/>
      <dgm:spPr/>
    </dgm:pt>
    <dgm:pt modelId="{762EDA1F-65C3-49D1-A8B9-42A507D038F6}" type="pres">
      <dgm:prSet presAssocID="{06A59F26-379C-42F0-9568-3B193D234C8A}" presName="hierRoot2" presStyleCnt="0">
        <dgm:presLayoutVars>
          <dgm:hierBranch val="init"/>
        </dgm:presLayoutVars>
      </dgm:prSet>
      <dgm:spPr/>
    </dgm:pt>
    <dgm:pt modelId="{903FA0BF-366B-401A-8921-7FB325D0E141}" type="pres">
      <dgm:prSet presAssocID="{06A59F26-379C-42F0-9568-3B193D234C8A}" presName="rootComposite2" presStyleCnt="0"/>
      <dgm:spPr/>
    </dgm:pt>
    <dgm:pt modelId="{B3F195FB-8C92-4DC7-A75F-95FDD951D646}" type="pres">
      <dgm:prSet presAssocID="{06A59F26-379C-42F0-9568-3B193D234C8A}" presName="rootText2" presStyleLbl="alignAcc1" presStyleIdx="0" presStyleCnt="0">
        <dgm:presLayoutVars>
          <dgm:chPref val="3"/>
        </dgm:presLayoutVars>
      </dgm:prSet>
      <dgm:spPr/>
    </dgm:pt>
    <dgm:pt modelId="{079C5F47-8150-4092-956C-345E5AD60CAF}" type="pres">
      <dgm:prSet presAssocID="{06A59F26-379C-42F0-9568-3B193D234C8A}" presName="topArc2" presStyleLbl="parChTrans1D1" presStyleIdx="8" presStyleCnt="18"/>
      <dgm:spPr/>
    </dgm:pt>
    <dgm:pt modelId="{6A3BC5AE-5DCC-43A8-89AD-4D3738DE0FDB}" type="pres">
      <dgm:prSet presAssocID="{06A59F26-379C-42F0-9568-3B193D234C8A}" presName="bottomArc2" presStyleLbl="parChTrans1D1" presStyleIdx="9" presStyleCnt="18"/>
      <dgm:spPr/>
    </dgm:pt>
    <dgm:pt modelId="{A1877C00-F484-4835-BDC3-83A32735AA58}" type="pres">
      <dgm:prSet presAssocID="{06A59F26-379C-42F0-9568-3B193D234C8A}" presName="topConnNode2" presStyleLbl="node2" presStyleIdx="0" presStyleCnt="0"/>
      <dgm:spPr/>
    </dgm:pt>
    <dgm:pt modelId="{0EC33504-EB67-4667-A3F9-3A0730E7B049}" type="pres">
      <dgm:prSet presAssocID="{06A59F26-379C-42F0-9568-3B193D234C8A}" presName="hierChild4" presStyleCnt="0"/>
      <dgm:spPr/>
    </dgm:pt>
    <dgm:pt modelId="{E6B0C4CB-55B3-49EE-BB41-6F32A16DD64A}" type="pres">
      <dgm:prSet presAssocID="{06A59F26-379C-42F0-9568-3B193D234C8A}" presName="hierChild5" presStyleCnt="0"/>
      <dgm:spPr/>
    </dgm:pt>
    <dgm:pt modelId="{57B1941B-C254-47C4-BCAA-54EB96BA37EC}" type="pres">
      <dgm:prSet presAssocID="{BD8D0EC0-F653-4385-B726-379844AF409F}" presName="Name28" presStyleLbl="parChTrans1D2" presStyleIdx="4" presStyleCnt="8"/>
      <dgm:spPr/>
    </dgm:pt>
    <dgm:pt modelId="{78DC6286-72E1-4010-9B4E-71C8A8F7E19F}" type="pres">
      <dgm:prSet presAssocID="{9C08B5EA-9F7C-4906-BB09-969493035049}" presName="hierRoot2" presStyleCnt="0">
        <dgm:presLayoutVars>
          <dgm:hierBranch val="init"/>
        </dgm:presLayoutVars>
      </dgm:prSet>
      <dgm:spPr/>
    </dgm:pt>
    <dgm:pt modelId="{65B5AC16-0963-4451-BCB0-27620485A1F5}" type="pres">
      <dgm:prSet presAssocID="{9C08B5EA-9F7C-4906-BB09-969493035049}" presName="rootComposite2" presStyleCnt="0"/>
      <dgm:spPr/>
    </dgm:pt>
    <dgm:pt modelId="{99EFFBC1-1C1D-4D5E-AA33-1B8D9D4181E1}" type="pres">
      <dgm:prSet presAssocID="{9C08B5EA-9F7C-4906-BB09-969493035049}" presName="rootText2" presStyleLbl="alignAcc1" presStyleIdx="0" presStyleCnt="0">
        <dgm:presLayoutVars>
          <dgm:chPref val="3"/>
        </dgm:presLayoutVars>
      </dgm:prSet>
      <dgm:spPr/>
    </dgm:pt>
    <dgm:pt modelId="{44BD3D42-80C3-4D10-9FDC-AA30F775D5B0}" type="pres">
      <dgm:prSet presAssocID="{9C08B5EA-9F7C-4906-BB09-969493035049}" presName="topArc2" presStyleLbl="parChTrans1D1" presStyleIdx="10" presStyleCnt="18"/>
      <dgm:spPr/>
    </dgm:pt>
    <dgm:pt modelId="{BF529DA7-BB83-470B-BBF7-7C6A0DEE0564}" type="pres">
      <dgm:prSet presAssocID="{9C08B5EA-9F7C-4906-BB09-969493035049}" presName="bottomArc2" presStyleLbl="parChTrans1D1" presStyleIdx="11" presStyleCnt="18"/>
      <dgm:spPr/>
    </dgm:pt>
    <dgm:pt modelId="{FB47701B-A7F7-4562-912C-D3F42C102059}" type="pres">
      <dgm:prSet presAssocID="{9C08B5EA-9F7C-4906-BB09-969493035049}" presName="topConnNode2" presStyleLbl="node2" presStyleIdx="0" presStyleCnt="0"/>
      <dgm:spPr/>
    </dgm:pt>
    <dgm:pt modelId="{63767AA3-5DB2-49CB-AB8B-62F692C5670E}" type="pres">
      <dgm:prSet presAssocID="{9C08B5EA-9F7C-4906-BB09-969493035049}" presName="hierChild4" presStyleCnt="0"/>
      <dgm:spPr/>
    </dgm:pt>
    <dgm:pt modelId="{43FFCA93-8194-4D3B-BCCA-27E8A215C37E}" type="pres">
      <dgm:prSet presAssocID="{9C08B5EA-9F7C-4906-BB09-969493035049}" presName="hierChild5" presStyleCnt="0"/>
      <dgm:spPr/>
    </dgm:pt>
    <dgm:pt modelId="{4FD3CDCC-F710-46C5-9410-7E9CDC674FCD}" type="pres">
      <dgm:prSet presAssocID="{663464E5-D376-408A-8A30-ED5222E54144}" presName="Name28" presStyleLbl="parChTrans1D2" presStyleIdx="5" presStyleCnt="8"/>
      <dgm:spPr/>
    </dgm:pt>
    <dgm:pt modelId="{188CCE15-3320-4A51-B839-F5C801375EB0}" type="pres">
      <dgm:prSet presAssocID="{372F245B-2493-4097-BA83-705F6839E525}" presName="hierRoot2" presStyleCnt="0">
        <dgm:presLayoutVars>
          <dgm:hierBranch val="init"/>
        </dgm:presLayoutVars>
      </dgm:prSet>
      <dgm:spPr/>
    </dgm:pt>
    <dgm:pt modelId="{05577D4E-3337-4E4B-90D8-2BE88E4ABFCB}" type="pres">
      <dgm:prSet presAssocID="{372F245B-2493-4097-BA83-705F6839E525}" presName="rootComposite2" presStyleCnt="0"/>
      <dgm:spPr/>
    </dgm:pt>
    <dgm:pt modelId="{C56DA220-1011-45F4-A834-BBC619DABBED}" type="pres">
      <dgm:prSet presAssocID="{372F245B-2493-4097-BA83-705F6839E525}" presName="rootText2" presStyleLbl="alignAcc1" presStyleIdx="0" presStyleCnt="0">
        <dgm:presLayoutVars>
          <dgm:chPref val="3"/>
        </dgm:presLayoutVars>
      </dgm:prSet>
      <dgm:spPr/>
    </dgm:pt>
    <dgm:pt modelId="{0B02F5D9-9FBD-4B9C-818A-F6FAF6F94F7D}" type="pres">
      <dgm:prSet presAssocID="{372F245B-2493-4097-BA83-705F6839E525}" presName="topArc2" presStyleLbl="parChTrans1D1" presStyleIdx="12" presStyleCnt="18"/>
      <dgm:spPr/>
    </dgm:pt>
    <dgm:pt modelId="{01C48476-C5FC-4791-A22A-6236493E13B3}" type="pres">
      <dgm:prSet presAssocID="{372F245B-2493-4097-BA83-705F6839E525}" presName="bottomArc2" presStyleLbl="parChTrans1D1" presStyleIdx="13" presStyleCnt="18"/>
      <dgm:spPr/>
    </dgm:pt>
    <dgm:pt modelId="{1DD8709D-CE68-466D-AF75-4186C4E4FA87}" type="pres">
      <dgm:prSet presAssocID="{372F245B-2493-4097-BA83-705F6839E525}" presName="topConnNode2" presStyleLbl="node2" presStyleIdx="0" presStyleCnt="0"/>
      <dgm:spPr/>
    </dgm:pt>
    <dgm:pt modelId="{47D8936A-35DC-4AB7-9805-CBAAA2C27C2C}" type="pres">
      <dgm:prSet presAssocID="{372F245B-2493-4097-BA83-705F6839E525}" presName="hierChild4" presStyleCnt="0"/>
      <dgm:spPr/>
    </dgm:pt>
    <dgm:pt modelId="{31E23D78-C5E1-4BD1-933D-A3DF197D2693}" type="pres">
      <dgm:prSet presAssocID="{372F245B-2493-4097-BA83-705F6839E525}" presName="hierChild5" presStyleCnt="0"/>
      <dgm:spPr/>
    </dgm:pt>
    <dgm:pt modelId="{0797A0CF-96AC-43EC-9824-88FF90F2A506}" type="pres">
      <dgm:prSet presAssocID="{9BB99CBF-D1CC-42C0-93B3-951F4EEEC5B8}" presName="Name28" presStyleLbl="parChTrans1D2" presStyleIdx="6" presStyleCnt="8"/>
      <dgm:spPr/>
    </dgm:pt>
    <dgm:pt modelId="{3AF98F87-E1CF-438E-BBD0-3F8D7D561844}" type="pres">
      <dgm:prSet presAssocID="{6C0B3FCE-A92F-41A6-B547-D0ABAC1FAEB3}" presName="hierRoot2" presStyleCnt="0">
        <dgm:presLayoutVars>
          <dgm:hierBranch val="init"/>
        </dgm:presLayoutVars>
      </dgm:prSet>
      <dgm:spPr/>
    </dgm:pt>
    <dgm:pt modelId="{FC77DE80-9CE7-473E-A8AB-04647BA57D08}" type="pres">
      <dgm:prSet presAssocID="{6C0B3FCE-A92F-41A6-B547-D0ABAC1FAEB3}" presName="rootComposite2" presStyleCnt="0"/>
      <dgm:spPr/>
    </dgm:pt>
    <dgm:pt modelId="{49A8451D-C03F-40D4-A987-7DE0A7A8A5F0}" type="pres">
      <dgm:prSet presAssocID="{6C0B3FCE-A92F-41A6-B547-D0ABAC1FAEB3}" presName="rootText2" presStyleLbl="alignAcc1" presStyleIdx="0" presStyleCnt="0">
        <dgm:presLayoutVars>
          <dgm:chPref val="3"/>
        </dgm:presLayoutVars>
      </dgm:prSet>
      <dgm:spPr/>
    </dgm:pt>
    <dgm:pt modelId="{829FEB42-51FD-4043-9E07-D09C50F1B322}" type="pres">
      <dgm:prSet presAssocID="{6C0B3FCE-A92F-41A6-B547-D0ABAC1FAEB3}" presName="topArc2" presStyleLbl="parChTrans1D1" presStyleIdx="14" presStyleCnt="18"/>
      <dgm:spPr/>
    </dgm:pt>
    <dgm:pt modelId="{58E85E5F-BCAF-4F27-8BB3-3D637B0E3B2D}" type="pres">
      <dgm:prSet presAssocID="{6C0B3FCE-A92F-41A6-B547-D0ABAC1FAEB3}" presName="bottomArc2" presStyleLbl="parChTrans1D1" presStyleIdx="15" presStyleCnt="18"/>
      <dgm:spPr/>
    </dgm:pt>
    <dgm:pt modelId="{1538F68B-B2A3-4EE7-874E-DAB5DAFA1468}" type="pres">
      <dgm:prSet presAssocID="{6C0B3FCE-A92F-41A6-B547-D0ABAC1FAEB3}" presName="topConnNode2" presStyleLbl="node2" presStyleIdx="0" presStyleCnt="0"/>
      <dgm:spPr/>
    </dgm:pt>
    <dgm:pt modelId="{6CC01911-CA7F-4E50-A02F-9C73FD4FFB72}" type="pres">
      <dgm:prSet presAssocID="{6C0B3FCE-A92F-41A6-B547-D0ABAC1FAEB3}" presName="hierChild4" presStyleCnt="0"/>
      <dgm:spPr/>
    </dgm:pt>
    <dgm:pt modelId="{AA82F800-86DD-4F4D-95E7-FEFEB576D673}" type="pres">
      <dgm:prSet presAssocID="{6C0B3FCE-A92F-41A6-B547-D0ABAC1FAEB3}" presName="hierChild5" presStyleCnt="0"/>
      <dgm:spPr/>
    </dgm:pt>
    <dgm:pt modelId="{6277DC2E-C42D-48C1-A304-A27AAE9A1197}" type="pres">
      <dgm:prSet presAssocID="{9FA8FA60-139D-46FB-8F7D-B0D99251EC48}" presName="Name28" presStyleLbl="parChTrans1D2" presStyleIdx="7" presStyleCnt="8"/>
      <dgm:spPr/>
    </dgm:pt>
    <dgm:pt modelId="{7C0FA590-9417-4CCB-BA15-EF309F35B708}" type="pres">
      <dgm:prSet presAssocID="{399A922B-92A6-4221-800F-195B306CE841}" presName="hierRoot2" presStyleCnt="0">
        <dgm:presLayoutVars>
          <dgm:hierBranch val="init"/>
        </dgm:presLayoutVars>
      </dgm:prSet>
      <dgm:spPr/>
    </dgm:pt>
    <dgm:pt modelId="{4226C3CC-31A3-4743-9654-2C11EA1A0B62}" type="pres">
      <dgm:prSet presAssocID="{399A922B-92A6-4221-800F-195B306CE841}" presName="rootComposite2" presStyleCnt="0"/>
      <dgm:spPr/>
    </dgm:pt>
    <dgm:pt modelId="{39901836-C63F-489B-BA67-263A0AE4EE7B}" type="pres">
      <dgm:prSet presAssocID="{399A922B-92A6-4221-800F-195B306CE841}" presName="rootText2" presStyleLbl="alignAcc1" presStyleIdx="0" presStyleCnt="0">
        <dgm:presLayoutVars>
          <dgm:chPref val="3"/>
        </dgm:presLayoutVars>
      </dgm:prSet>
      <dgm:spPr/>
    </dgm:pt>
    <dgm:pt modelId="{0D1798CD-8E8C-4F8D-923C-9A3F2F698D70}" type="pres">
      <dgm:prSet presAssocID="{399A922B-92A6-4221-800F-195B306CE841}" presName="topArc2" presStyleLbl="parChTrans1D1" presStyleIdx="16" presStyleCnt="18"/>
      <dgm:spPr/>
    </dgm:pt>
    <dgm:pt modelId="{2C6925D9-6651-4881-8824-FDAB94678AA4}" type="pres">
      <dgm:prSet presAssocID="{399A922B-92A6-4221-800F-195B306CE841}" presName="bottomArc2" presStyleLbl="parChTrans1D1" presStyleIdx="17" presStyleCnt="18"/>
      <dgm:spPr/>
    </dgm:pt>
    <dgm:pt modelId="{E93E5B4E-15FC-4E1A-969B-7F9D6F30B94E}" type="pres">
      <dgm:prSet presAssocID="{399A922B-92A6-4221-800F-195B306CE841}" presName="topConnNode2" presStyleLbl="node2" presStyleIdx="0" presStyleCnt="0"/>
      <dgm:spPr/>
    </dgm:pt>
    <dgm:pt modelId="{57830217-94CC-4FD8-B249-EE2982ADDD31}" type="pres">
      <dgm:prSet presAssocID="{399A922B-92A6-4221-800F-195B306CE841}" presName="hierChild4" presStyleCnt="0"/>
      <dgm:spPr/>
    </dgm:pt>
    <dgm:pt modelId="{16040797-C422-4FA4-B2D1-4F608F6D5C2B}" type="pres">
      <dgm:prSet presAssocID="{399A922B-92A6-4221-800F-195B306CE841}" presName="hierChild5" presStyleCnt="0"/>
      <dgm:spPr/>
    </dgm:pt>
    <dgm:pt modelId="{2F41BA8C-54D2-4E7A-B263-89F6BA8D998D}" type="pres">
      <dgm:prSet presAssocID="{D02EB112-CAE0-4FA0-B4A7-88CCDC2B9EC2}" presName="hierChild3" presStyleCnt="0"/>
      <dgm:spPr/>
    </dgm:pt>
  </dgm:ptLst>
  <dgm:cxnLst>
    <dgm:cxn modelId="{D7C89901-EA9A-4967-87EB-0F9D8CA775EE}" srcId="{D02EB112-CAE0-4FA0-B4A7-88CCDC2B9EC2}" destId="{6C0B3FCE-A92F-41A6-B547-D0ABAC1FAEB3}" srcOrd="6" destOrd="0" parTransId="{9BB99CBF-D1CC-42C0-93B3-951F4EEEC5B8}" sibTransId="{EA336893-D835-41A7-944A-2EE5EB1C936D}"/>
    <dgm:cxn modelId="{D585CB04-5F83-42EC-A872-813D1511ED1A}" type="presOf" srcId="{9C08B5EA-9F7C-4906-BB09-969493035049}" destId="{99EFFBC1-1C1D-4D5E-AA33-1B8D9D4181E1}" srcOrd="0" destOrd="0" presId="urn:microsoft.com/office/officeart/2008/layout/HalfCircleOrganizationChart"/>
    <dgm:cxn modelId="{44467C17-A170-4253-92F1-F355BCFFBCAC}" type="presOf" srcId="{6C0B3FCE-A92F-41A6-B547-D0ABAC1FAEB3}" destId="{1538F68B-B2A3-4EE7-874E-DAB5DAFA1468}" srcOrd="1" destOrd="0" presId="urn:microsoft.com/office/officeart/2008/layout/HalfCircleOrganizationChart"/>
    <dgm:cxn modelId="{D31D1319-F53E-4AF0-90D4-38338FBAD00E}" srcId="{D02EB112-CAE0-4FA0-B4A7-88CCDC2B9EC2}" destId="{399A922B-92A6-4221-800F-195B306CE841}" srcOrd="7" destOrd="0" parTransId="{9FA8FA60-139D-46FB-8F7D-B0D99251EC48}" sibTransId="{D7FD2E66-3F75-4BBF-85DE-06A7616785C4}"/>
    <dgm:cxn modelId="{BD23C924-2D30-42D4-9CB9-D3CE6E0A625B}" type="presOf" srcId="{372F245B-2493-4097-BA83-705F6839E525}" destId="{1DD8709D-CE68-466D-AF75-4186C4E4FA87}" srcOrd="1" destOrd="0" presId="urn:microsoft.com/office/officeart/2008/layout/HalfCircleOrganizationChart"/>
    <dgm:cxn modelId="{A722D027-A394-490C-8058-5D37D8ECA065}" type="presOf" srcId="{18C82CC2-586B-43C2-815C-C2532F7BB3B5}" destId="{5757034B-87B9-49C7-A58B-B10CBFF87710}" srcOrd="0" destOrd="0" presId="urn:microsoft.com/office/officeart/2008/layout/HalfCircleOrganizationChart"/>
    <dgm:cxn modelId="{EE2D2D2B-93D7-4711-AD18-3D90204BCD3D}" type="presOf" srcId="{9BB99CBF-D1CC-42C0-93B3-951F4EEEC5B8}" destId="{0797A0CF-96AC-43EC-9824-88FF90F2A506}" srcOrd="0" destOrd="0" presId="urn:microsoft.com/office/officeart/2008/layout/HalfCircleOrganizationChart"/>
    <dgm:cxn modelId="{A505B32F-165E-4E5E-8308-75236EA8BCE6}" type="presOf" srcId="{BBB91A49-36A4-4ED1-A371-CC603C14C745}" destId="{18BC658F-D3EE-4949-97F8-20025329B852}" srcOrd="0" destOrd="0" presId="urn:microsoft.com/office/officeart/2008/layout/HalfCircleOrganizationChart"/>
    <dgm:cxn modelId="{8A557132-6489-492F-82B6-DFBF91AC3102}" type="presOf" srcId="{399A922B-92A6-4221-800F-195B306CE841}" destId="{39901836-C63F-489B-BA67-263A0AE4EE7B}" srcOrd="0" destOrd="0" presId="urn:microsoft.com/office/officeart/2008/layout/HalfCircleOrganizationChart"/>
    <dgm:cxn modelId="{A638173C-D7E6-4EF1-A01B-B51524552C5F}" srcId="{D02EB112-CAE0-4FA0-B4A7-88CCDC2B9EC2}" destId="{BDF8FB55-3582-403F-9D44-D85A4BE1347B}" srcOrd="2" destOrd="0" parTransId="{D83E7F2B-1D16-46B4-BBEE-788AD722F63A}" sibTransId="{8A8832D6-8D1E-4629-824C-BC29563F92F2}"/>
    <dgm:cxn modelId="{0DA6953F-06A4-470A-967D-5B0A4BB61D0D}" type="presOf" srcId="{B52271B4-00FA-4FD6-9CD0-D54EBCD08064}" destId="{A7E44B23-D8EF-4A97-9167-803A283D4F09}" srcOrd="1" destOrd="0" presId="urn:microsoft.com/office/officeart/2008/layout/HalfCircleOrganizationChart"/>
    <dgm:cxn modelId="{3E66D05B-83E6-4F5F-A212-F0B8BD2CFE8C}" type="presOf" srcId="{BD8D0EC0-F653-4385-B726-379844AF409F}" destId="{57B1941B-C254-47C4-BCAA-54EB96BA37EC}" srcOrd="0" destOrd="0" presId="urn:microsoft.com/office/officeart/2008/layout/HalfCircleOrganizationChart"/>
    <dgm:cxn modelId="{B9B5435C-BC7F-48E9-8B7D-ED2269634F99}" srcId="{D02EB112-CAE0-4FA0-B4A7-88CCDC2B9EC2}" destId="{B52271B4-00FA-4FD6-9CD0-D54EBCD08064}" srcOrd="0" destOrd="0" parTransId="{BBB91A49-36A4-4ED1-A371-CC603C14C745}" sibTransId="{C2271BC3-25A4-4562-AC54-C088EE7DDB79}"/>
    <dgm:cxn modelId="{45D1E245-C6B9-4A75-A3D0-8585B086F325}" srcId="{D02EB112-CAE0-4FA0-B4A7-88CCDC2B9EC2}" destId="{9C08B5EA-9F7C-4906-BB09-969493035049}" srcOrd="4" destOrd="0" parTransId="{BD8D0EC0-F653-4385-B726-379844AF409F}" sibTransId="{BC7C587F-553D-4CF5-B375-BD7A765D1815}"/>
    <dgm:cxn modelId="{B74EF366-DBCF-4211-8D0E-578738FB8DBE}" type="presOf" srcId="{BDF8FB55-3582-403F-9D44-D85A4BE1347B}" destId="{671F0027-CFB7-44F9-8C81-536C6B70EA88}" srcOrd="1" destOrd="0" presId="urn:microsoft.com/office/officeart/2008/layout/HalfCircleOrganizationChart"/>
    <dgm:cxn modelId="{C5A6A26F-4329-49E6-9D7F-02CEF2C79B26}" type="presOf" srcId="{BED1F624-A80B-4E9E-BEDA-65024D6026AE}" destId="{ABA0DDE3-9236-4D8A-8C59-A6BEFBA06028}" srcOrd="0" destOrd="0" presId="urn:microsoft.com/office/officeart/2008/layout/HalfCircleOrganizationChart"/>
    <dgm:cxn modelId="{7B4A0D74-76D5-4BF1-B265-20FC311995BD}" srcId="{D02EB112-CAE0-4FA0-B4A7-88CCDC2B9EC2}" destId="{BED1F624-A80B-4E9E-BEDA-65024D6026AE}" srcOrd="1" destOrd="0" parTransId="{284C8734-8DE1-46B6-B4FB-5BDA41AA1562}" sibTransId="{8A2E0F07-8496-4CFD-B5F4-72D3C3759936}"/>
    <dgm:cxn modelId="{36C48557-6299-4262-9125-2463B93E0194}" type="presOf" srcId="{9C08B5EA-9F7C-4906-BB09-969493035049}" destId="{FB47701B-A7F7-4562-912C-D3F42C102059}" srcOrd="1" destOrd="0" presId="urn:microsoft.com/office/officeart/2008/layout/HalfCircleOrganizationChart"/>
    <dgm:cxn modelId="{93E90D84-3C07-49D7-9152-16975A6FBB07}" type="presOf" srcId="{BED1F624-A80B-4E9E-BEDA-65024D6026AE}" destId="{0D4FA396-FE34-4076-A12F-F5896BFF893B}" srcOrd="1" destOrd="0" presId="urn:microsoft.com/office/officeart/2008/layout/HalfCircleOrganizationChart"/>
    <dgm:cxn modelId="{B52F7585-8CF5-4493-947A-209E70E35DB2}" type="presOf" srcId="{D02EB112-CAE0-4FA0-B4A7-88CCDC2B9EC2}" destId="{2104EEC7-D014-4463-BF83-CA57D842B900}" srcOrd="1" destOrd="0" presId="urn:microsoft.com/office/officeart/2008/layout/HalfCircleOrganizationChart"/>
    <dgm:cxn modelId="{D2D3DE9C-E08D-49D8-A91F-256EAD9D8B5B}" type="presOf" srcId="{6C0B3FCE-A92F-41A6-B547-D0ABAC1FAEB3}" destId="{49A8451D-C03F-40D4-A987-7DE0A7A8A5F0}" srcOrd="0" destOrd="0" presId="urn:microsoft.com/office/officeart/2008/layout/HalfCircleOrganizationChart"/>
    <dgm:cxn modelId="{505459A3-7FE2-44DE-95A7-205F34056E3F}" type="presOf" srcId="{D02EB112-CAE0-4FA0-B4A7-88CCDC2B9EC2}" destId="{65AEABBC-64A2-476C-BEF0-98D1820CF732}" srcOrd="0" destOrd="0" presId="urn:microsoft.com/office/officeart/2008/layout/HalfCircleOrganizationChart"/>
    <dgm:cxn modelId="{76D39CAB-53F3-45D4-B1ED-46DC12D00628}" type="presOf" srcId="{BDF8FB55-3582-403F-9D44-D85A4BE1347B}" destId="{B7B62A0A-7CCB-46E9-98A4-0645CDC9CA92}" srcOrd="0" destOrd="0" presId="urn:microsoft.com/office/officeart/2008/layout/HalfCircleOrganizationChart"/>
    <dgm:cxn modelId="{935D32AE-B072-411A-B553-D15D0961A14C}" srcId="{18C82CC2-586B-43C2-815C-C2532F7BB3B5}" destId="{D02EB112-CAE0-4FA0-B4A7-88CCDC2B9EC2}" srcOrd="0" destOrd="0" parTransId="{EFCD1445-1698-4D6E-916F-258EF8FFD9BA}" sibTransId="{C416AE16-BC4D-41F3-8651-9AA157C3AA52}"/>
    <dgm:cxn modelId="{C7FD6AAF-8FDD-41B1-9F8A-66D001E95B21}" type="presOf" srcId="{372F245B-2493-4097-BA83-705F6839E525}" destId="{C56DA220-1011-45F4-A834-BBC619DABBED}" srcOrd="0" destOrd="0" presId="urn:microsoft.com/office/officeart/2008/layout/HalfCircleOrganizationChart"/>
    <dgm:cxn modelId="{BBDC9FB2-CD65-4D7B-A8D3-A7EBE35E71BD}" type="presOf" srcId="{67A512EC-5C52-4F1E-9571-DCEB25712FF7}" destId="{ADA074B4-0D44-4CD7-9CA8-F10F5B3C31D5}" srcOrd="0" destOrd="0" presId="urn:microsoft.com/office/officeart/2008/layout/HalfCircleOrganizationChart"/>
    <dgm:cxn modelId="{7A7FF8B2-A693-4453-9EE9-5DD71507E672}" type="presOf" srcId="{06A59F26-379C-42F0-9568-3B193D234C8A}" destId="{A1877C00-F484-4835-BDC3-83A32735AA58}" srcOrd="1" destOrd="0" presId="urn:microsoft.com/office/officeart/2008/layout/HalfCircleOrganizationChart"/>
    <dgm:cxn modelId="{1A4085BA-F001-4C2B-8426-148D8F2845D3}" type="presOf" srcId="{B52271B4-00FA-4FD6-9CD0-D54EBCD08064}" destId="{9B688FB1-C05C-48EA-8DC0-7D8509748703}" srcOrd="0" destOrd="0" presId="urn:microsoft.com/office/officeart/2008/layout/HalfCircleOrganizationChart"/>
    <dgm:cxn modelId="{F03197BE-3C6A-4BB1-9F57-BD2962842044}" type="presOf" srcId="{D83E7F2B-1D16-46B4-BBEE-788AD722F63A}" destId="{DB0242AB-9A97-470D-BC27-7E59CF810476}" srcOrd="0" destOrd="0" presId="urn:microsoft.com/office/officeart/2008/layout/HalfCircleOrganizationChart"/>
    <dgm:cxn modelId="{BED6DDC2-F19F-40BB-AC0E-20927BCD47DE}" type="presOf" srcId="{663464E5-D376-408A-8A30-ED5222E54144}" destId="{4FD3CDCC-F710-46C5-9410-7E9CDC674FCD}" srcOrd="0" destOrd="0" presId="urn:microsoft.com/office/officeart/2008/layout/HalfCircleOrganizationChart"/>
    <dgm:cxn modelId="{250201D0-0ABA-4C31-A090-1932AAC2A54D}" type="presOf" srcId="{284C8734-8DE1-46B6-B4FB-5BDA41AA1562}" destId="{590A519D-E0E5-456F-AB37-951118D24902}" srcOrd="0" destOrd="0" presId="urn:microsoft.com/office/officeart/2008/layout/HalfCircleOrganizationChart"/>
    <dgm:cxn modelId="{366473D7-37FA-49C5-A252-0F15F78082BA}" srcId="{D02EB112-CAE0-4FA0-B4A7-88CCDC2B9EC2}" destId="{06A59F26-379C-42F0-9568-3B193D234C8A}" srcOrd="3" destOrd="0" parTransId="{67A512EC-5C52-4F1E-9571-DCEB25712FF7}" sibTransId="{BE6074D8-3A5F-4B14-A0C2-F7A17D4B2E5D}"/>
    <dgm:cxn modelId="{124C74D9-A569-468E-A6A8-9CB770DA8013}" srcId="{D02EB112-CAE0-4FA0-B4A7-88CCDC2B9EC2}" destId="{372F245B-2493-4097-BA83-705F6839E525}" srcOrd="5" destOrd="0" parTransId="{663464E5-D376-408A-8A30-ED5222E54144}" sibTransId="{16C8A0E6-C838-4402-B707-D6CE85E42B76}"/>
    <dgm:cxn modelId="{DA2CB0EB-747C-427F-94D7-E6E7F3ED7957}" type="presOf" srcId="{399A922B-92A6-4221-800F-195B306CE841}" destId="{E93E5B4E-15FC-4E1A-969B-7F9D6F30B94E}" srcOrd="1" destOrd="0" presId="urn:microsoft.com/office/officeart/2008/layout/HalfCircleOrganizationChart"/>
    <dgm:cxn modelId="{91A6ECF1-4546-44BF-A7E8-4D2C9FF62CAE}" type="presOf" srcId="{06A59F26-379C-42F0-9568-3B193D234C8A}" destId="{B3F195FB-8C92-4DC7-A75F-95FDD951D646}" srcOrd="0" destOrd="0" presId="urn:microsoft.com/office/officeart/2008/layout/HalfCircleOrganizationChart"/>
    <dgm:cxn modelId="{14B4BCFD-9B62-411F-95D1-039CE08D898B}" type="presOf" srcId="{9FA8FA60-139D-46FB-8F7D-B0D99251EC48}" destId="{6277DC2E-C42D-48C1-A304-A27AAE9A1197}" srcOrd="0" destOrd="0" presId="urn:microsoft.com/office/officeart/2008/layout/HalfCircleOrganizationChart"/>
    <dgm:cxn modelId="{975C9D17-2B9D-42AE-8AB4-B6C62E93EE58}" type="presParOf" srcId="{5757034B-87B9-49C7-A58B-B10CBFF87710}" destId="{82C9BEFF-C4D3-4438-9EE8-56707BAD36C6}" srcOrd="0" destOrd="0" presId="urn:microsoft.com/office/officeart/2008/layout/HalfCircleOrganizationChart"/>
    <dgm:cxn modelId="{3DF409B0-0A7A-493A-BBED-B25594E52636}" type="presParOf" srcId="{82C9BEFF-C4D3-4438-9EE8-56707BAD36C6}" destId="{8D04A83A-18D1-46C2-9E53-C5CA7B27B2DC}" srcOrd="0" destOrd="0" presId="urn:microsoft.com/office/officeart/2008/layout/HalfCircleOrganizationChart"/>
    <dgm:cxn modelId="{6901E958-D4DC-4C8D-A4FB-5EA93E1327CE}" type="presParOf" srcId="{8D04A83A-18D1-46C2-9E53-C5CA7B27B2DC}" destId="{65AEABBC-64A2-476C-BEF0-98D1820CF732}" srcOrd="0" destOrd="0" presId="urn:microsoft.com/office/officeart/2008/layout/HalfCircleOrganizationChart"/>
    <dgm:cxn modelId="{07604B0F-3C30-473D-BEBC-444C653C937C}" type="presParOf" srcId="{8D04A83A-18D1-46C2-9E53-C5CA7B27B2DC}" destId="{C2D52ECE-8FA7-424D-A80F-660B9ED6480E}" srcOrd="1" destOrd="0" presId="urn:microsoft.com/office/officeart/2008/layout/HalfCircleOrganizationChart"/>
    <dgm:cxn modelId="{623CBEFE-6D28-42F8-B88F-3691CAB927F8}" type="presParOf" srcId="{8D04A83A-18D1-46C2-9E53-C5CA7B27B2DC}" destId="{964D7F30-AC1E-4F32-8EE4-A2EE2FD5DC44}" srcOrd="2" destOrd="0" presId="urn:microsoft.com/office/officeart/2008/layout/HalfCircleOrganizationChart"/>
    <dgm:cxn modelId="{738C5C56-008C-447B-A3FF-3271AD2F2BF9}" type="presParOf" srcId="{8D04A83A-18D1-46C2-9E53-C5CA7B27B2DC}" destId="{2104EEC7-D014-4463-BF83-CA57D842B900}" srcOrd="3" destOrd="0" presId="urn:microsoft.com/office/officeart/2008/layout/HalfCircleOrganizationChart"/>
    <dgm:cxn modelId="{1BD0AFC5-D28F-4D67-9884-C2C013913694}" type="presParOf" srcId="{82C9BEFF-C4D3-4438-9EE8-56707BAD36C6}" destId="{A6DD7A82-F837-4F19-BDD9-C09448E3F002}" srcOrd="1" destOrd="0" presId="urn:microsoft.com/office/officeart/2008/layout/HalfCircleOrganizationChart"/>
    <dgm:cxn modelId="{62D7706A-9953-4D02-84D8-73DFA221B88C}" type="presParOf" srcId="{A6DD7A82-F837-4F19-BDD9-C09448E3F002}" destId="{18BC658F-D3EE-4949-97F8-20025329B852}" srcOrd="0" destOrd="0" presId="urn:microsoft.com/office/officeart/2008/layout/HalfCircleOrganizationChart"/>
    <dgm:cxn modelId="{2D968A9E-F424-4AA1-9799-A1C004E1B00D}" type="presParOf" srcId="{A6DD7A82-F837-4F19-BDD9-C09448E3F002}" destId="{51F2A3B5-4DCA-470E-BF50-86CAFBD85CB9}" srcOrd="1" destOrd="0" presId="urn:microsoft.com/office/officeart/2008/layout/HalfCircleOrganizationChart"/>
    <dgm:cxn modelId="{0CBFC432-D4C8-4607-87CC-65E71FB5D957}" type="presParOf" srcId="{51F2A3B5-4DCA-470E-BF50-86CAFBD85CB9}" destId="{504A78B4-FC83-493F-9B41-DCCFDE095A28}" srcOrd="0" destOrd="0" presId="urn:microsoft.com/office/officeart/2008/layout/HalfCircleOrganizationChart"/>
    <dgm:cxn modelId="{F30589EC-E3AC-42CB-8ED7-C7E18922213A}" type="presParOf" srcId="{504A78B4-FC83-493F-9B41-DCCFDE095A28}" destId="{9B688FB1-C05C-48EA-8DC0-7D8509748703}" srcOrd="0" destOrd="0" presId="urn:microsoft.com/office/officeart/2008/layout/HalfCircleOrganizationChart"/>
    <dgm:cxn modelId="{B49580C8-3D24-423B-B180-651DCFBEDDFE}" type="presParOf" srcId="{504A78B4-FC83-493F-9B41-DCCFDE095A28}" destId="{DCCE21C3-923F-4FE9-8508-6DBBF003F14E}" srcOrd="1" destOrd="0" presId="urn:microsoft.com/office/officeart/2008/layout/HalfCircleOrganizationChart"/>
    <dgm:cxn modelId="{492586BE-DB06-4EDB-84FA-1E8CF3310AAE}" type="presParOf" srcId="{504A78B4-FC83-493F-9B41-DCCFDE095A28}" destId="{C5B2AFC7-2DB5-4D1D-85D3-EA9A1ACC3D08}" srcOrd="2" destOrd="0" presId="urn:microsoft.com/office/officeart/2008/layout/HalfCircleOrganizationChart"/>
    <dgm:cxn modelId="{7CB38904-77DA-40E3-AA76-42437BFF2E72}" type="presParOf" srcId="{504A78B4-FC83-493F-9B41-DCCFDE095A28}" destId="{A7E44B23-D8EF-4A97-9167-803A283D4F09}" srcOrd="3" destOrd="0" presId="urn:microsoft.com/office/officeart/2008/layout/HalfCircleOrganizationChart"/>
    <dgm:cxn modelId="{E6F05AD3-7679-4358-9FDE-491C97761CCD}" type="presParOf" srcId="{51F2A3B5-4DCA-470E-BF50-86CAFBD85CB9}" destId="{F6F04E62-1CF8-4770-B593-F7ECC3A03902}" srcOrd="1" destOrd="0" presId="urn:microsoft.com/office/officeart/2008/layout/HalfCircleOrganizationChart"/>
    <dgm:cxn modelId="{623F8FC0-170E-4D77-A886-4E0323C0F90F}" type="presParOf" srcId="{51F2A3B5-4DCA-470E-BF50-86CAFBD85CB9}" destId="{A31EDF81-6803-4219-9C00-A728FE5522C1}" srcOrd="2" destOrd="0" presId="urn:microsoft.com/office/officeart/2008/layout/HalfCircleOrganizationChart"/>
    <dgm:cxn modelId="{FE3EF8CD-9648-4399-BE11-0BF1D46DBCB1}" type="presParOf" srcId="{A6DD7A82-F837-4F19-BDD9-C09448E3F002}" destId="{590A519D-E0E5-456F-AB37-951118D24902}" srcOrd="2" destOrd="0" presId="urn:microsoft.com/office/officeart/2008/layout/HalfCircleOrganizationChart"/>
    <dgm:cxn modelId="{056FFDD4-EFEB-4EBE-858E-2792C9ED63E9}" type="presParOf" srcId="{A6DD7A82-F837-4F19-BDD9-C09448E3F002}" destId="{064652F5-1265-44A2-9996-02E64EC32A20}" srcOrd="3" destOrd="0" presId="urn:microsoft.com/office/officeart/2008/layout/HalfCircleOrganizationChart"/>
    <dgm:cxn modelId="{99AC94F4-F1FF-4322-A774-A898AE5D94F7}" type="presParOf" srcId="{064652F5-1265-44A2-9996-02E64EC32A20}" destId="{0EA81FBE-BC9E-4544-B512-6A7F4A54803B}" srcOrd="0" destOrd="0" presId="urn:microsoft.com/office/officeart/2008/layout/HalfCircleOrganizationChart"/>
    <dgm:cxn modelId="{2A3E8576-E57A-4111-82A3-AEC8B1D24A4E}" type="presParOf" srcId="{0EA81FBE-BC9E-4544-B512-6A7F4A54803B}" destId="{ABA0DDE3-9236-4D8A-8C59-A6BEFBA06028}" srcOrd="0" destOrd="0" presId="urn:microsoft.com/office/officeart/2008/layout/HalfCircleOrganizationChart"/>
    <dgm:cxn modelId="{F1FA8E05-008C-4D21-AB13-71B2E5BD9A69}" type="presParOf" srcId="{0EA81FBE-BC9E-4544-B512-6A7F4A54803B}" destId="{550CD1D2-5D75-441E-B5F3-A4CD51A03AD1}" srcOrd="1" destOrd="0" presId="urn:microsoft.com/office/officeart/2008/layout/HalfCircleOrganizationChart"/>
    <dgm:cxn modelId="{1A28BF8C-E139-4C7F-AF97-68C7E605A6B5}" type="presParOf" srcId="{0EA81FBE-BC9E-4544-B512-6A7F4A54803B}" destId="{4ED80234-07BA-4AFD-BCA5-0334B973123F}" srcOrd="2" destOrd="0" presId="urn:microsoft.com/office/officeart/2008/layout/HalfCircleOrganizationChart"/>
    <dgm:cxn modelId="{417A66FE-83D7-4178-8810-67B7BC91BA05}" type="presParOf" srcId="{0EA81FBE-BC9E-4544-B512-6A7F4A54803B}" destId="{0D4FA396-FE34-4076-A12F-F5896BFF893B}" srcOrd="3" destOrd="0" presId="urn:microsoft.com/office/officeart/2008/layout/HalfCircleOrganizationChart"/>
    <dgm:cxn modelId="{14385FD3-1036-4DD0-A1B6-0FF39444D473}" type="presParOf" srcId="{064652F5-1265-44A2-9996-02E64EC32A20}" destId="{3394EF14-0499-49E2-9E2A-E0E325733317}" srcOrd="1" destOrd="0" presId="urn:microsoft.com/office/officeart/2008/layout/HalfCircleOrganizationChart"/>
    <dgm:cxn modelId="{51F96F53-0E92-4F42-8979-CBD0298CAC94}" type="presParOf" srcId="{064652F5-1265-44A2-9996-02E64EC32A20}" destId="{A617E3A1-E322-4B97-A54A-4AC87CDDE7C1}" srcOrd="2" destOrd="0" presId="urn:microsoft.com/office/officeart/2008/layout/HalfCircleOrganizationChart"/>
    <dgm:cxn modelId="{505AD39F-E8B7-49F6-9372-EC59B279AF6F}" type="presParOf" srcId="{A6DD7A82-F837-4F19-BDD9-C09448E3F002}" destId="{DB0242AB-9A97-470D-BC27-7E59CF810476}" srcOrd="4" destOrd="0" presId="urn:microsoft.com/office/officeart/2008/layout/HalfCircleOrganizationChart"/>
    <dgm:cxn modelId="{DB22B8AA-6B7A-444F-9C30-F249F299E553}" type="presParOf" srcId="{A6DD7A82-F837-4F19-BDD9-C09448E3F002}" destId="{833D7173-D6C7-4935-8789-94AE01AF4135}" srcOrd="5" destOrd="0" presId="urn:microsoft.com/office/officeart/2008/layout/HalfCircleOrganizationChart"/>
    <dgm:cxn modelId="{3A076AB8-D799-4430-A778-F8E5A2ADAE3E}" type="presParOf" srcId="{833D7173-D6C7-4935-8789-94AE01AF4135}" destId="{E84433BF-EEB3-4B3B-A08A-EE7C8402ACDD}" srcOrd="0" destOrd="0" presId="urn:microsoft.com/office/officeart/2008/layout/HalfCircleOrganizationChart"/>
    <dgm:cxn modelId="{5E719D6C-E150-4469-AA66-0636A25F0DE7}" type="presParOf" srcId="{E84433BF-EEB3-4B3B-A08A-EE7C8402ACDD}" destId="{B7B62A0A-7CCB-46E9-98A4-0645CDC9CA92}" srcOrd="0" destOrd="0" presId="urn:microsoft.com/office/officeart/2008/layout/HalfCircleOrganizationChart"/>
    <dgm:cxn modelId="{0B3F2048-F93C-4316-AB83-9A02E593D1B6}" type="presParOf" srcId="{E84433BF-EEB3-4B3B-A08A-EE7C8402ACDD}" destId="{4FFC6FFC-88FC-4BA4-8561-79449ED0ACED}" srcOrd="1" destOrd="0" presId="urn:microsoft.com/office/officeart/2008/layout/HalfCircleOrganizationChart"/>
    <dgm:cxn modelId="{1B69CB60-2E4D-4352-8F1B-6E7E8B7C1C0D}" type="presParOf" srcId="{E84433BF-EEB3-4B3B-A08A-EE7C8402ACDD}" destId="{69156907-AB5E-4EC0-9788-2F514656C6A7}" srcOrd="2" destOrd="0" presId="urn:microsoft.com/office/officeart/2008/layout/HalfCircleOrganizationChart"/>
    <dgm:cxn modelId="{922E5B46-348E-4685-BE1A-6D26822B611D}" type="presParOf" srcId="{E84433BF-EEB3-4B3B-A08A-EE7C8402ACDD}" destId="{671F0027-CFB7-44F9-8C81-536C6B70EA88}" srcOrd="3" destOrd="0" presId="urn:microsoft.com/office/officeart/2008/layout/HalfCircleOrganizationChart"/>
    <dgm:cxn modelId="{9A801065-E00E-4809-9891-C6F416BAEA82}" type="presParOf" srcId="{833D7173-D6C7-4935-8789-94AE01AF4135}" destId="{1ACB3B80-3ACD-44CF-9448-287A5BF7C181}" srcOrd="1" destOrd="0" presId="urn:microsoft.com/office/officeart/2008/layout/HalfCircleOrganizationChart"/>
    <dgm:cxn modelId="{759E3824-993A-498E-938E-587431B4B960}" type="presParOf" srcId="{833D7173-D6C7-4935-8789-94AE01AF4135}" destId="{1DA01B86-3FE8-4B8D-8B24-15BEAA747014}" srcOrd="2" destOrd="0" presId="urn:microsoft.com/office/officeart/2008/layout/HalfCircleOrganizationChart"/>
    <dgm:cxn modelId="{388E9795-9513-490E-B011-3CFF0D52148E}" type="presParOf" srcId="{A6DD7A82-F837-4F19-BDD9-C09448E3F002}" destId="{ADA074B4-0D44-4CD7-9CA8-F10F5B3C31D5}" srcOrd="6" destOrd="0" presId="urn:microsoft.com/office/officeart/2008/layout/HalfCircleOrganizationChart"/>
    <dgm:cxn modelId="{F8382EA3-1D3D-43AD-B7F0-1BA808252F7A}" type="presParOf" srcId="{A6DD7A82-F837-4F19-BDD9-C09448E3F002}" destId="{762EDA1F-65C3-49D1-A8B9-42A507D038F6}" srcOrd="7" destOrd="0" presId="urn:microsoft.com/office/officeart/2008/layout/HalfCircleOrganizationChart"/>
    <dgm:cxn modelId="{369770DE-7300-4F33-A62D-2EF4CB0CBCDF}" type="presParOf" srcId="{762EDA1F-65C3-49D1-A8B9-42A507D038F6}" destId="{903FA0BF-366B-401A-8921-7FB325D0E141}" srcOrd="0" destOrd="0" presId="urn:microsoft.com/office/officeart/2008/layout/HalfCircleOrganizationChart"/>
    <dgm:cxn modelId="{5AEFB0DA-D4B9-4BBD-B084-D60578174DC7}" type="presParOf" srcId="{903FA0BF-366B-401A-8921-7FB325D0E141}" destId="{B3F195FB-8C92-4DC7-A75F-95FDD951D646}" srcOrd="0" destOrd="0" presId="urn:microsoft.com/office/officeart/2008/layout/HalfCircleOrganizationChart"/>
    <dgm:cxn modelId="{9BABB5A5-CD00-4098-8B52-010CE8888654}" type="presParOf" srcId="{903FA0BF-366B-401A-8921-7FB325D0E141}" destId="{079C5F47-8150-4092-956C-345E5AD60CAF}" srcOrd="1" destOrd="0" presId="urn:microsoft.com/office/officeart/2008/layout/HalfCircleOrganizationChart"/>
    <dgm:cxn modelId="{6F7E648F-5282-4EAD-9BF1-00CD3100AF8B}" type="presParOf" srcId="{903FA0BF-366B-401A-8921-7FB325D0E141}" destId="{6A3BC5AE-5DCC-43A8-89AD-4D3738DE0FDB}" srcOrd="2" destOrd="0" presId="urn:microsoft.com/office/officeart/2008/layout/HalfCircleOrganizationChart"/>
    <dgm:cxn modelId="{4F7491F9-4504-475C-9888-24298C6CA1A9}" type="presParOf" srcId="{903FA0BF-366B-401A-8921-7FB325D0E141}" destId="{A1877C00-F484-4835-BDC3-83A32735AA58}" srcOrd="3" destOrd="0" presId="urn:microsoft.com/office/officeart/2008/layout/HalfCircleOrganizationChart"/>
    <dgm:cxn modelId="{597B260E-5C41-4C3B-8BF5-E48F70C4C5F6}" type="presParOf" srcId="{762EDA1F-65C3-49D1-A8B9-42A507D038F6}" destId="{0EC33504-EB67-4667-A3F9-3A0730E7B049}" srcOrd="1" destOrd="0" presId="urn:microsoft.com/office/officeart/2008/layout/HalfCircleOrganizationChart"/>
    <dgm:cxn modelId="{7A539721-7A26-4A22-86D9-249AD32C4020}" type="presParOf" srcId="{762EDA1F-65C3-49D1-A8B9-42A507D038F6}" destId="{E6B0C4CB-55B3-49EE-BB41-6F32A16DD64A}" srcOrd="2" destOrd="0" presId="urn:microsoft.com/office/officeart/2008/layout/HalfCircleOrganizationChart"/>
    <dgm:cxn modelId="{AECDBDA9-993C-472C-9176-771D7817C9BD}" type="presParOf" srcId="{A6DD7A82-F837-4F19-BDD9-C09448E3F002}" destId="{57B1941B-C254-47C4-BCAA-54EB96BA37EC}" srcOrd="8" destOrd="0" presId="urn:microsoft.com/office/officeart/2008/layout/HalfCircleOrganizationChart"/>
    <dgm:cxn modelId="{66C9907B-7072-4167-806A-041FE223D8A9}" type="presParOf" srcId="{A6DD7A82-F837-4F19-BDD9-C09448E3F002}" destId="{78DC6286-72E1-4010-9B4E-71C8A8F7E19F}" srcOrd="9" destOrd="0" presId="urn:microsoft.com/office/officeart/2008/layout/HalfCircleOrganizationChart"/>
    <dgm:cxn modelId="{7E2AC783-751B-4BE2-A8C2-E39B0520940E}" type="presParOf" srcId="{78DC6286-72E1-4010-9B4E-71C8A8F7E19F}" destId="{65B5AC16-0963-4451-BCB0-27620485A1F5}" srcOrd="0" destOrd="0" presId="urn:microsoft.com/office/officeart/2008/layout/HalfCircleOrganizationChart"/>
    <dgm:cxn modelId="{494B6CAC-D53A-4239-A762-07243908B254}" type="presParOf" srcId="{65B5AC16-0963-4451-BCB0-27620485A1F5}" destId="{99EFFBC1-1C1D-4D5E-AA33-1B8D9D4181E1}" srcOrd="0" destOrd="0" presId="urn:microsoft.com/office/officeart/2008/layout/HalfCircleOrganizationChart"/>
    <dgm:cxn modelId="{D85B8B13-A40C-48F0-A778-F898EE3AD5EF}" type="presParOf" srcId="{65B5AC16-0963-4451-BCB0-27620485A1F5}" destId="{44BD3D42-80C3-4D10-9FDC-AA30F775D5B0}" srcOrd="1" destOrd="0" presId="urn:microsoft.com/office/officeart/2008/layout/HalfCircleOrganizationChart"/>
    <dgm:cxn modelId="{849D4C79-D96A-453A-98A1-64719722FC46}" type="presParOf" srcId="{65B5AC16-0963-4451-BCB0-27620485A1F5}" destId="{BF529DA7-BB83-470B-BBF7-7C6A0DEE0564}" srcOrd="2" destOrd="0" presId="urn:microsoft.com/office/officeart/2008/layout/HalfCircleOrganizationChart"/>
    <dgm:cxn modelId="{89494B4F-43A2-4227-A342-92D4159901BE}" type="presParOf" srcId="{65B5AC16-0963-4451-BCB0-27620485A1F5}" destId="{FB47701B-A7F7-4562-912C-D3F42C102059}" srcOrd="3" destOrd="0" presId="urn:microsoft.com/office/officeart/2008/layout/HalfCircleOrganizationChart"/>
    <dgm:cxn modelId="{C5C80984-37D6-4F56-B20F-F0EA9B5F65DD}" type="presParOf" srcId="{78DC6286-72E1-4010-9B4E-71C8A8F7E19F}" destId="{63767AA3-5DB2-49CB-AB8B-62F692C5670E}" srcOrd="1" destOrd="0" presId="urn:microsoft.com/office/officeart/2008/layout/HalfCircleOrganizationChart"/>
    <dgm:cxn modelId="{60864A60-928A-4538-A6CD-EBB0CBEE1620}" type="presParOf" srcId="{78DC6286-72E1-4010-9B4E-71C8A8F7E19F}" destId="{43FFCA93-8194-4D3B-BCCA-27E8A215C37E}" srcOrd="2" destOrd="0" presId="urn:microsoft.com/office/officeart/2008/layout/HalfCircleOrganizationChart"/>
    <dgm:cxn modelId="{2F5E906D-D339-4965-8146-387C48823693}" type="presParOf" srcId="{A6DD7A82-F837-4F19-BDD9-C09448E3F002}" destId="{4FD3CDCC-F710-46C5-9410-7E9CDC674FCD}" srcOrd="10" destOrd="0" presId="urn:microsoft.com/office/officeart/2008/layout/HalfCircleOrganizationChart"/>
    <dgm:cxn modelId="{63C7D44C-932E-441A-A5CE-664E54A1F41E}" type="presParOf" srcId="{A6DD7A82-F837-4F19-BDD9-C09448E3F002}" destId="{188CCE15-3320-4A51-B839-F5C801375EB0}" srcOrd="11" destOrd="0" presId="urn:microsoft.com/office/officeart/2008/layout/HalfCircleOrganizationChart"/>
    <dgm:cxn modelId="{4F72A560-2BA6-4909-B5BB-F162492EB81B}" type="presParOf" srcId="{188CCE15-3320-4A51-B839-F5C801375EB0}" destId="{05577D4E-3337-4E4B-90D8-2BE88E4ABFCB}" srcOrd="0" destOrd="0" presId="urn:microsoft.com/office/officeart/2008/layout/HalfCircleOrganizationChart"/>
    <dgm:cxn modelId="{2696876B-20E4-4675-B116-5680F2DC483C}" type="presParOf" srcId="{05577D4E-3337-4E4B-90D8-2BE88E4ABFCB}" destId="{C56DA220-1011-45F4-A834-BBC619DABBED}" srcOrd="0" destOrd="0" presId="urn:microsoft.com/office/officeart/2008/layout/HalfCircleOrganizationChart"/>
    <dgm:cxn modelId="{9D51465B-78A0-435C-9798-BC9E712A6A61}" type="presParOf" srcId="{05577D4E-3337-4E4B-90D8-2BE88E4ABFCB}" destId="{0B02F5D9-9FBD-4B9C-818A-F6FAF6F94F7D}" srcOrd="1" destOrd="0" presId="urn:microsoft.com/office/officeart/2008/layout/HalfCircleOrganizationChart"/>
    <dgm:cxn modelId="{94A53758-9640-4114-9F1F-2B2587725331}" type="presParOf" srcId="{05577D4E-3337-4E4B-90D8-2BE88E4ABFCB}" destId="{01C48476-C5FC-4791-A22A-6236493E13B3}" srcOrd="2" destOrd="0" presId="urn:microsoft.com/office/officeart/2008/layout/HalfCircleOrganizationChart"/>
    <dgm:cxn modelId="{09560F38-E539-4874-8651-C64B9552BE0E}" type="presParOf" srcId="{05577D4E-3337-4E4B-90D8-2BE88E4ABFCB}" destId="{1DD8709D-CE68-466D-AF75-4186C4E4FA87}" srcOrd="3" destOrd="0" presId="urn:microsoft.com/office/officeart/2008/layout/HalfCircleOrganizationChart"/>
    <dgm:cxn modelId="{3E8699AE-52FA-4051-A481-E5CCE7CD62A0}" type="presParOf" srcId="{188CCE15-3320-4A51-B839-F5C801375EB0}" destId="{47D8936A-35DC-4AB7-9805-CBAAA2C27C2C}" srcOrd="1" destOrd="0" presId="urn:microsoft.com/office/officeart/2008/layout/HalfCircleOrganizationChart"/>
    <dgm:cxn modelId="{CA7697CE-8313-4EB6-972A-E93A71DC6087}" type="presParOf" srcId="{188CCE15-3320-4A51-B839-F5C801375EB0}" destId="{31E23D78-C5E1-4BD1-933D-A3DF197D2693}" srcOrd="2" destOrd="0" presId="urn:microsoft.com/office/officeart/2008/layout/HalfCircleOrganizationChart"/>
    <dgm:cxn modelId="{0DD007EA-BC28-4649-BD65-B1FF7608F8ED}" type="presParOf" srcId="{A6DD7A82-F837-4F19-BDD9-C09448E3F002}" destId="{0797A0CF-96AC-43EC-9824-88FF90F2A506}" srcOrd="12" destOrd="0" presId="urn:microsoft.com/office/officeart/2008/layout/HalfCircleOrganizationChart"/>
    <dgm:cxn modelId="{BA0F7EC9-D1E3-4FEE-B56D-081CBAC763EF}" type="presParOf" srcId="{A6DD7A82-F837-4F19-BDD9-C09448E3F002}" destId="{3AF98F87-E1CF-438E-BBD0-3F8D7D561844}" srcOrd="13" destOrd="0" presId="urn:microsoft.com/office/officeart/2008/layout/HalfCircleOrganizationChart"/>
    <dgm:cxn modelId="{4E84096D-ED47-44A5-9508-9692ADC9FF7B}" type="presParOf" srcId="{3AF98F87-E1CF-438E-BBD0-3F8D7D561844}" destId="{FC77DE80-9CE7-473E-A8AB-04647BA57D08}" srcOrd="0" destOrd="0" presId="urn:microsoft.com/office/officeart/2008/layout/HalfCircleOrganizationChart"/>
    <dgm:cxn modelId="{89B33265-5FC8-4A23-B025-D21DD3C89F54}" type="presParOf" srcId="{FC77DE80-9CE7-473E-A8AB-04647BA57D08}" destId="{49A8451D-C03F-40D4-A987-7DE0A7A8A5F0}" srcOrd="0" destOrd="0" presId="urn:microsoft.com/office/officeart/2008/layout/HalfCircleOrganizationChart"/>
    <dgm:cxn modelId="{F61A8E25-41ED-4629-AB39-6E0472E74453}" type="presParOf" srcId="{FC77DE80-9CE7-473E-A8AB-04647BA57D08}" destId="{829FEB42-51FD-4043-9E07-D09C50F1B322}" srcOrd="1" destOrd="0" presId="urn:microsoft.com/office/officeart/2008/layout/HalfCircleOrganizationChart"/>
    <dgm:cxn modelId="{DABE7F74-34C6-4395-A85B-461F9083EC2C}" type="presParOf" srcId="{FC77DE80-9CE7-473E-A8AB-04647BA57D08}" destId="{58E85E5F-BCAF-4F27-8BB3-3D637B0E3B2D}" srcOrd="2" destOrd="0" presId="urn:microsoft.com/office/officeart/2008/layout/HalfCircleOrganizationChart"/>
    <dgm:cxn modelId="{479038B6-AE7C-4983-A47A-D5E390C0687A}" type="presParOf" srcId="{FC77DE80-9CE7-473E-A8AB-04647BA57D08}" destId="{1538F68B-B2A3-4EE7-874E-DAB5DAFA1468}" srcOrd="3" destOrd="0" presId="urn:microsoft.com/office/officeart/2008/layout/HalfCircleOrganizationChart"/>
    <dgm:cxn modelId="{1124E8D1-C557-45E5-BFAA-67FDEA7F0E0B}" type="presParOf" srcId="{3AF98F87-E1CF-438E-BBD0-3F8D7D561844}" destId="{6CC01911-CA7F-4E50-A02F-9C73FD4FFB72}" srcOrd="1" destOrd="0" presId="urn:microsoft.com/office/officeart/2008/layout/HalfCircleOrganizationChart"/>
    <dgm:cxn modelId="{89E2907F-8A93-4D3A-BA8C-215A5CF20D29}" type="presParOf" srcId="{3AF98F87-E1CF-438E-BBD0-3F8D7D561844}" destId="{AA82F800-86DD-4F4D-95E7-FEFEB576D673}" srcOrd="2" destOrd="0" presId="urn:microsoft.com/office/officeart/2008/layout/HalfCircleOrganizationChart"/>
    <dgm:cxn modelId="{6CAF550E-07F6-48FF-88F1-EF6C2BAC90D0}" type="presParOf" srcId="{A6DD7A82-F837-4F19-BDD9-C09448E3F002}" destId="{6277DC2E-C42D-48C1-A304-A27AAE9A1197}" srcOrd="14" destOrd="0" presId="urn:microsoft.com/office/officeart/2008/layout/HalfCircleOrganizationChart"/>
    <dgm:cxn modelId="{FEB2AF16-E76B-4CB0-B2BB-C1B1FE6D25A9}" type="presParOf" srcId="{A6DD7A82-F837-4F19-BDD9-C09448E3F002}" destId="{7C0FA590-9417-4CCB-BA15-EF309F35B708}" srcOrd="15" destOrd="0" presId="urn:microsoft.com/office/officeart/2008/layout/HalfCircleOrganizationChart"/>
    <dgm:cxn modelId="{E0AC6D88-3DD3-44DE-83F6-49A4B1CA5286}" type="presParOf" srcId="{7C0FA590-9417-4CCB-BA15-EF309F35B708}" destId="{4226C3CC-31A3-4743-9654-2C11EA1A0B62}" srcOrd="0" destOrd="0" presId="urn:microsoft.com/office/officeart/2008/layout/HalfCircleOrganizationChart"/>
    <dgm:cxn modelId="{6F904078-8A01-48CE-99EB-B7A96CE38C70}" type="presParOf" srcId="{4226C3CC-31A3-4743-9654-2C11EA1A0B62}" destId="{39901836-C63F-489B-BA67-263A0AE4EE7B}" srcOrd="0" destOrd="0" presId="urn:microsoft.com/office/officeart/2008/layout/HalfCircleOrganizationChart"/>
    <dgm:cxn modelId="{63EFC50E-3ABF-415C-AE83-F021E7A7B48E}" type="presParOf" srcId="{4226C3CC-31A3-4743-9654-2C11EA1A0B62}" destId="{0D1798CD-8E8C-4F8D-923C-9A3F2F698D70}" srcOrd="1" destOrd="0" presId="urn:microsoft.com/office/officeart/2008/layout/HalfCircleOrganizationChart"/>
    <dgm:cxn modelId="{E41E391C-EAF5-4DB2-BA29-F149B2EF5FA8}" type="presParOf" srcId="{4226C3CC-31A3-4743-9654-2C11EA1A0B62}" destId="{2C6925D9-6651-4881-8824-FDAB94678AA4}" srcOrd="2" destOrd="0" presId="urn:microsoft.com/office/officeart/2008/layout/HalfCircleOrganizationChart"/>
    <dgm:cxn modelId="{424BC6B7-67BF-4E54-926B-970AB8BFABA9}" type="presParOf" srcId="{4226C3CC-31A3-4743-9654-2C11EA1A0B62}" destId="{E93E5B4E-15FC-4E1A-969B-7F9D6F30B94E}" srcOrd="3" destOrd="0" presId="urn:microsoft.com/office/officeart/2008/layout/HalfCircleOrganizationChart"/>
    <dgm:cxn modelId="{B0CDB155-ADB0-49FF-84E2-ABEEB8E43A44}" type="presParOf" srcId="{7C0FA590-9417-4CCB-BA15-EF309F35B708}" destId="{57830217-94CC-4FD8-B249-EE2982ADDD31}" srcOrd="1" destOrd="0" presId="urn:microsoft.com/office/officeart/2008/layout/HalfCircleOrganizationChart"/>
    <dgm:cxn modelId="{D86F16A9-877A-4D0A-BB7E-913F283ADA80}" type="presParOf" srcId="{7C0FA590-9417-4CCB-BA15-EF309F35B708}" destId="{16040797-C422-4FA4-B2D1-4F608F6D5C2B}" srcOrd="2" destOrd="0" presId="urn:microsoft.com/office/officeart/2008/layout/HalfCircleOrganizationChart"/>
    <dgm:cxn modelId="{02D56151-C042-4B05-9B57-EAA7D4FC7C39}" type="presParOf" srcId="{82C9BEFF-C4D3-4438-9EE8-56707BAD36C6}" destId="{2F41BA8C-54D2-4E7A-B263-89F6BA8D998D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7DC2E-C42D-48C1-A304-A27AAE9A1197}">
      <dsp:nvSpPr>
        <dsp:cNvPr id="0" name=""/>
        <dsp:cNvSpPr/>
      </dsp:nvSpPr>
      <dsp:spPr>
        <a:xfrm>
          <a:off x="4647614" y="2718443"/>
          <a:ext cx="4156613" cy="206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056"/>
              </a:lnTo>
              <a:lnTo>
                <a:pt x="4156613" y="103056"/>
              </a:lnTo>
              <a:lnTo>
                <a:pt x="4156613" y="2061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97A0CF-96AC-43EC-9824-88FF90F2A506}">
      <dsp:nvSpPr>
        <dsp:cNvPr id="0" name=""/>
        <dsp:cNvSpPr/>
      </dsp:nvSpPr>
      <dsp:spPr>
        <a:xfrm>
          <a:off x="4647614" y="2718443"/>
          <a:ext cx="2969009" cy="206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056"/>
              </a:lnTo>
              <a:lnTo>
                <a:pt x="2969009" y="103056"/>
              </a:lnTo>
              <a:lnTo>
                <a:pt x="2969009" y="2061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D3CDCC-F710-46C5-9410-7E9CDC674FCD}">
      <dsp:nvSpPr>
        <dsp:cNvPr id="0" name=""/>
        <dsp:cNvSpPr/>
      </dsp:nvSpPr>
      <dsp:spPr>
        <a:xfrm>
          <a:off x="4647614" y="2718443"/>
          <a:ext cx="1781405" cy="206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056"/>
              </a:lnTo>
              <a:lnTo>
                <a:pt x="1781405" y="103056"/>
              </a:lnTo>
              <a:lnTo>
                <a:pt x="1781405" y="2061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B1941B-C254-47C4-BCAA-54EB96BA37EC}">
      <dsp:nvSpPr>
        <dsp:cNvPr id="0" name=""/>
        <dsp:cNvSpPr/>
      </dsp:nvSpPr>
      <dsp:spPr>
        <a:xfrm>
          <a:off x="4647614" y="2718443"/>
          <a:ext cx="593801" cy="206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056"/>
              </a:lnTo>
              <a:lnTo>
                <a:pt x="593801" y="103056"/>
              </a:lnTo>
              <a:lnTo>
                <a:pt x="593801" y="2061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A074B4-0D44-4CD7-9CA8-F10F5B3C31D5}">
      <dsp:nvSpPr>
        <dsp:cNvPr id="0" name=""/>
        <dsp:cNvSpPr/>
      </dsp:nvSpPr>
      <dsp:spPr>
        <a:xfrm>
          <a:off x="4053812" y="2718443"/>
          <a:ext cx="593801" cy="206113"/>
        </a:xfrm>
        <a:custGeom>
          <a:avLst/>
          <a:gdLst/>
          <a:ahLst/>
          <a:cxnLst/>
          <a:rect l="0" t="0" r="0" b="0"/>
          <a:pathLst>
            <a:path>
              <a:moveTo>
                <a:pt x="593801" y="0"/>
              </a:moveTo>
              <a:lnTo>
                <a:pt x="593801" y="103056"/>
              </a:lnTo>
              <a:lnTo>
                <a:pt x="0" y="103056"/>
              </a:lnTo>
              <a:lnTo>
                <a:pt x="0" y="2061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0242AB-9A97-470D-BC27-7E59CF810476}">
      <dsp:nvSpPr>
        <dsp:cNvPr id="0" name=""/>
        <dsp:cNvSpPr/>
      </dsp:nvSpPr>
      <dsp:spPr>
        <a:xfrm>
          <a:off x="2866208" y="2718443"/>
          <a:ext cx="1781405" cy="206113"/>
        </a:xfrm>
        <a:custGeom>
          <a:avLst/>
          <a:gdLst/>
          <a:ahLst/>
          <a:cxnLst/>
          <a:rect l="0" t="0" r="0" b="0"/>
          <a:pathLst>
            <a:path>
              <a:moveTo>
                <a:pt x="1781405" y="0"/>
              </a:moveTo>
              <a:lnTo>
                <a:pt x="1781405" y="103056"/>
              </a:lnTo>
              <a:lnTo>
                <a:pt x="0" y="103056"/>
              </a:lnTo>
              <a:lnTo>
                <a:pt x="0" y="2061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0A519D-E0E5-456F-AB37-951118D24902}">
      <dsp:nvSpPr>
        <dsp:cNvPr id="0" name=""/>
        <dsp:cNvSpPr/>
      </dsp:nvSpPr>
      <dsp:spPr>
        <a:xfrm>
          <a:off x="1678604" y="2718443"/>
          <a:ext cx="2969009" cy="206113"/>
        </a:xfrm>
        <a:custGeom>
          <a:avLst/>
          <a:gdLst/>
          <a:ahLst/>
          <a:cxnLst/>
          <a:rect l="0" t="0" r="0" b="0"/>
          <a:pathLst>
            <a:path>
              <a:moveTo>
                <a:pt x="2969009" y="0"/>
              </a:moveTo>
              <a:lnTo>
                <a:pt x="2969009" y="103056"/>
              </a:lnTo>
              <a:lnTo>
                <a:pt x="0" y="103056"/>
              </a:lnTo>
              <a:lnTo>
                <a:pt x="0" y="2061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BC658F-D3EE-4949-97F8-20025329B852}">
      <dsp:nvSpPr>
        <dsp:cNvPr id="0" name=""/>
        <dsp:cNvSpPr/>
      </dsp:nvSpPr>
      <dsp:spPr>
        <a:xfrm>
          <a:off x="491000" y="2718443"/>
          <a:ext cx="4156613" cy="206113"/>
        </a:xfrm>
        <a:custGeom>
          <a:avLst/>
          <a:gdLst/>
          <a:ahLst/>
          <a:cxnLst/>
          <a:rect l="0" t="0" r="0" b="0"/>
          <a:pathLst>
            <a:path>
              <a:moveTo>
                <a:pt x="4156613" y="0"/>
              </a:moveTo>
              <a:lnTo>
                <a:pt x="4156613" y="103056"/>
              </a:lnTo>
              <a:lnTo>
                <a:pt x="0" y="103056"/>
              </a:lnTo>
              <a:lnTo>
                <a:pt x="0" y="20611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D52ECE-8FA7-424D-A80F-660B9ED6480E}">
      <dsp:nvSpPr>
        <dsp:cNvPr id="0" name=""/>
        <dsp:cNvSpPr/>
      </dsp:nvSpPr>
      <dsp:spPr>
        <a:xfrm>
          <a:off x="4402241" y="2227698"/>
          <a:ext cx="490745" cy="49074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4D7F30-AC1E-4F32-8EE4-A2EE2FD5DC44}">
      <dsp:nvSpPr>
        <dsp:cNvPr id="0" name=""/>
        <dsp:cNvSpPr/>
      </dsp:nvSpPr>
      <dsp:spPr>
        <a:xfrm>
          <a:off x="4402241" y="2227698"/>
          <a:ext cx="490745" cy="49074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AEABBC-64A2-476C-BEF0-98D1820CF732}">
      <dsp:nvSpPr>
        <dsp:cNvPr id="0" name=""/>
        <dsp:cNvSpPr/>
      </dsp:nvSpPr>
      <dsp:spPr>
        <a:xfrm>
          <a:off x="4156868" y="2316032"/>
          <a:ext cx="981490" cy="3140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DILARA</a:t>
          </a:r>
        </a:p>
      </dsp:txBody>
      <dsp:txXfrm>
        <a:off x="4156868" y="2316032"/>
        <a:ext cx="981490" cy="314077"/>
      </dsp:txXfrm>
    </dsp:sp>
    <dsp:sp modelId="{DCCE21C3-923F-4FE9-8508-6DBBF003F14E}">
      <dsp:nvSpPr>
        <dsp:cNvPr id="0" name=""/>
        <dsp:cNvSpPr/>
      </dsp:nvSpPr>
      <dsp:spPr>
        <a:xfrm>
          <a:off x="245627" y="2924557"/>
          <a:ext cx="490745" cy="49074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B2AFC7-2DB5-4D1D-85D3-EA9A1ACC3D08}">
      <dsp:nvSpPr>
        <dsp:cNvPr id="0" name=""/>
        <dsp:cNvSpPr/>
      </dsp:nvSpPr>
      <dsp:spPr>
        <a:xfrm>
          <a:off x="245627" y="2924557"/>
          <a:ext cx="490745" cy="49074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688FB1-C05C-48EA-8DC0-7D8509748703}">
      <dsp:nvSpPr>
        <dsp:cNvPr id="0" name=""/>
        <dsp:cNvSpPr/>
      </dsp:nvSpPr>
      <dsp:spPr>
        <a:xfrm>
          <a:off x="255" y="3012891"/>
          <a:ext cx="981490" cy="3140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DSPACE</a:t>
          </a:r>
        </a:p>
      </dsp:txBody>
      <dsp:txXfrm>
        <a:off x="255" y="3012891"/>
        <a:ext cx="981490" cy="314077"/>
      </dsp:txXfrm>
    </dsp:sp>
    <dsp:sp modelId="{550CD1D2-5D75-441E-B5F3-A4CD51A03AD1}">
      <dsp:nvSpPr>
        <dsp:cNvPr id="0" name=""/>
        <dsp:cNvSpPr/>
      </dsp:nvSpPr>
      <dsp:spPr>
        <a:xfrm>
          <a:off x="1433231" y="2924557"/>
          <a:ext cx="490745" cy="49074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D80234-07BA-4AFD-BCA5-0334B973123F}">
      <dsp:nvSpPr>
        <dsp:cNvPr id="0" name=""/>
        <dsp:cNvSpPr/>
      </dsp:nvSpPr>
      <dsp:spPr>
        <a:xfrm>
          <a:off x="1433231" y="2924557"/>
          <a:ext cx="490745" cy="49074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A0DDE3-9236-4D8A-8C59-A6BEFBA06028}">
      <dsp:nvSpPr>
        <dsp:cNvPr id="0" name=""/>
        <dsp:cNvSpPr/>
      </dsp:nvSpPr>
      <dsp:spPr>
        <a:xfrm>
          <a:off x="1187859" y="3012891"/>
          <a:ext cx="981490" cy="3140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CYBERSTORM</a:t>
          </a:r>
        </a:p>
      </dsp:txBody>
      <dsp:txXfrm>
        <a:off x="1187859" y="3012891"/>
        <a:ext cx="981490" cy="314077"/>
      </dsp:txXfrm>
    </dsp:sp>
    <dsp:sp modelId="{4FFC6FFC-88FC-4BA4-8561-79449ED0ACED}">
      <dsp:nvSpPr>
        <dsp:cNvPr id="0" name=""/>
        <dsp:cNvSpPr/>
      </dsp:nvSpPr>
      <dsp:spPr>
        <a:xfrm>
          <a:off x="2620835" y="2924557"/>
          <a:ext cx="490745" cy="49074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156907-AB5E-4EC0-9788-2F514656C6A7}">
      <dsp:nvSpPr>
        <dsp:cNvPr id="0" name=""/>
        <dsp:cNvSpPr/>
      </dsp:nvSpPr>
      <dsp:spPr>
        <a:xfrm>
          <a:off x="2620835" y="2924557"/>
          <a:ext cx="490745" cy="49074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B62A0A-7CCB-46E9-98A4-0645CDC9CA92}">
      <dsp:nvSpPr>
        <dsp:cNvPr id="0" name=""/>
        <dsp:cNvSpPr/>
      </dsp:nvSpPr>
      <dsp:spPr>
        <a:xfrm>
          <a:off x="2375462" y="3012891"/>
          <a:ext cx="981490" cy="3140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EYE</a:t>
          </a:r>
        </a:p>
      </dsp:txBody>
      <dsp:txXfrm>
        <a:off x="2375462" y="3012891"/>
        <a:ext cx="981490" cy="314077"/>
      </dsp:txXfrm>
    </dsp:sp>
    <dsp:sp modelId="{079C5F47-8150-4092-956C-345E5AD60CAF}">
      <dsp:nvSpPr>
        <dsp:cNvPr id="0" name=""/>
        <dsp:cNvSpPr/>
      </dsp:nvSpPr>
      <dsp:spPr>
        <a:xfrm>
          <a:off x="3808439" y="2924557"/>
          <a:ext cx="490745" cy="49074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3BC5AE-5DCC-43A8-89AD-4D3738DE0FDB}">
      <dsp:nvSpPr>
        <dsp:cNvPr id="0" name=""/>
        <dsp:cNvSpPr/>
      </dsp:nvSpPr>
      <dsp:spPr>
        <a:xfrm>
          <a:off x="3808439" y="2924557"/>
          <a:ext cx="490745" cy="49074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F195FB-8C92-4DC7-A75F-95FDD951D646}">
      <dsp:nvSpPr>
        <dsp:cNvPr id="0" name=""/>
        <dsp:cNvSpPr/>
      </dsp:nvSpPr>
      <dsp:spPr>
        <a:xfrm>
          <a:off x="3563066" y="3012891"/>
          <a:ext cx="981490" cy="3140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CHAOS</a:t>
          </a:r>
        </a:p>
      </dsp:txBody>
      <dsp:txXfrm>
        <a:off x="3563066" y="3012891"/>
        <a:ext cx="981490" cy="314077"/>
      </dsp:txXfrm>
    </dsp:sp>
    <dsp:sp modelId="{44BD3D42-80C3-4D10-9FDC-AA30F775D5B0}">
      <dsp:nvSpPr>
        <dsp:cNvPr id="0" name=""/>
        <dsp:cNvSpPr/>
      </dsp:nvSpPr>
      <dsp:spPr>
        <a:xfrm>
          <a:off x="4996043" y="2924557"/>
          <a:ext cx="490745" cy="49074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529DA7-BB83-470B-BBF7-7C6A0DEE0564}">
      <dsp:nvSpPr>
        <dsp:cNvPr id="0" name=""/>
        <dsp:cNvSpPr/>
      </dsp:nvSpPr>
      <dsp:spPr>
        <a:xfrm>
          <a:off x="4996043" y="2924557"/>
          <a:ext cx="490745" cy="49074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EFFBC1-1C1D-4D5E-AA33-1B8D9D4181E1}">
      <dsp:nvSpPr>
        <dsp:cNvPr id="0" name=""/>
        <dsp:cNvSpPr/>
      </dsp:nvSpPr>
      <dsp:spPr>
        <a:xfrm>
          <a:off x="4750670" y="3012891"/>
          <a:ext cx="981490" cy="3140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KOD8</a:t>
          </a:r>
          <a:endParaRPr lang="en-US" sz="1300" kern="1200" dirty="0"/>
        </a:p>
      </dsp:txBody>
      <dsp:txXfrm>
        <a:off x="4750670" y="3012891"/>
        <a:ext cx="981490" cy="314077"/>
      </dsp:txXfrm>
    </dsp:sp>
    <dsp:sp modelId="{0B02F5D9-9FBD-4B9C-818A-F6FAF6F94F7D}">
      <dsp:nvSpPr>
        <dsp:cNvPr id="0" name=""/>
        <dsp:cNvSpPr/>
      </dsp:nvSpPr>
      <dsp:spPr>
        <a:xfrm>
          <a:off x="6183647" y="2924557"/>
          <a:ext cx="490745" cy="49074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C48476-C5FC-4791-A22A-6236493E13B3}">
      <dsp:nvSpPr>
        <dsp:cNvPr id="0" name=""/>
        <dsp:cNvSpPr/>
      </dsp:nvSpPr>
      <dsp:spPr>
        <a:xfrm>
          <a:off x="6183647" y="2924557"/>
          <a:ext cx="490745" cy="49074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6DA220-1011-45F4-A834-BBC619DABBED}">
      <dsp:nvSpPr>
        <dsp:cNvPr id="0" name=""/>
        <dsp:cNvSpPr/>
      </dsp:nvSpPr>
      <dsp:spPr>
        <a:xfrm>
          <a:off x="5938274" y="3012891"/>
          <a:ext cx="981490" cy="3140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D-ARCADE</a:t>
          </a:r>
          <a:endParaRPr lang="en-US" sz="1300" kern="1200" dirty="0"/>
        </a:p>
      </dsp:txBody>
      <dsp:txXfrm>
        <a:off x="5938274" y="3012891"/>
        <a:ext cx="981490" cy="314077"/>
      </dsp:txXfrm>
    </dsp:sp>
    <dsp:sp modelId="{829FEB42-51FD-4043-9E07-D09C50F1B322}">
      <dsp:nvSpPr>
        <dsp:cNvPr id="0" name=""/>
        <dsp:cNvSpPr/>
      </dsp:nvSpPr>
      <dsp:spPr>
        <a:xfrm>
          <a:off x="7371250" y="2924557"/>
          <a:ext cx="490745" cy="49074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E85E5F-BCAF-4F27-8BB3-3D637B0E3B2D}">
      <dsp:nvSpPr>
        <dsp:cNvPr id="0" name=""/>
        <dsp:cNvSpPr/>
      </dsp:nvSpPr>
      <dsp:spPr>
        <a:xfrm>
          <a:off x="7371250" y="2924557"/>
          <a:ext cx="490745" cy="49074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A8451D-C03F-40D4-A987-7DE0A7A8A5F0}">
      <dsp:nvSpPr>
        <dsp:cNvPr id="0" name=""/>
        <dsp:cNvSpPr/>
      </dsp:nvSpPr>
      <dsp:spPr>
        <a:xfrm>
          <a:off x="7125878" y="3012891"/>
          <a:ext cx="981490" cy="3140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D-LLM</a:t>
          </a:r>
          <a:endParaRPr lang="en-US" sz="1300" kern="1200" dirty="0"/>
        </a:p>
      </dsp:txBody>
      <dsp:txXfrm>
        <a:off x="7125878" y="3012891"/>
        <a:ext cx="981490" cy="314077"/>
      </dsp:txXfrm>
    </dsp:sp>
    <dsp:sp modelId="{0D1798CD-8E8C-4F8D-923C-9A3F2F698D70}">
      <dsp:nvSpPr>
        <dsp:cNvPr id="0" name=""/>
        <dsp:cNvSpPr/>
      </dsp:nvSpPr>
      <dsp:spPr>
        <a:xfrm>
          <a:off x="8558854" y="2924557"/>
          <a:ext cx="490745" cy="49074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6925D9-6651-4881-8824-FDAB94678AA4}">
      <dsp:nvSpPr>
        <dsp:cNvPr id="0" name=""/>
        <dsp:cNvSpPr/>
      </dsp:nvSpPr>
      <dsp:spPr>
        <a:xfrm>
          <a:off x="8558854" y="2924557"/>
          <a:ext cx="490745" cy="49074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901836-C63F-489B-BA67-263A0AE4EE7B}">
      <dsp:nvSpPr>
        <dsp:cNvPr id="0" name=""/>
        <dsp:cNvSpPr/>
      </dsp:nvSpPr>
      <dsp:spPr>
        <a:xfrm>
          <a:off x="8313481" y="3012891"/>
          <a:ext cx="981490" cy="3140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D-TERMINAL</a:t>
          </a:r>
          <a:endParaRPr lang="en-US" sz="1300" kern="1200" dirty="0"/>
        </a:p>
      </dsp:txBody>
      <dsp:txXfrm>
        <a:off x="8313481" y="3012891"/>
        <a:ext cx="981490" cy="314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245B-9C94-802F-45E6-B717CF12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71A71-A12B-323F-AC64-07A7B8D0E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DFB08-DBD3-64C6-8934-84A79BB7C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6C12B-D19C-0A97-14B6-D7998DB778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8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F912-CFBA-712F-FF1D-2B8FACCB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00011-AE58-D9C9-0176-5FA714C08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832C3-992B-9644-51A5-6959C255A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18A43-B3C5-2642-4DDB-2195D6D09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65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5709-CFB3-4461-59DF-DE22C25B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AED44-8F90-7803-D8A6-9C0FBBD6F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76DCC-35F4-56F4-5382-218AE5F5B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A30CB-811E-AAD1-2398-B094EC9D9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5C41F-7A49-5052-D486-AC3E42D83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1BB76-AF29-31EB-5AB7-ACFE1EA86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AD14F-87AB-1B05-A96A-0F87C655C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2BC3-4E31-E3B1-7AF1-ED588F555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5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D8FAC-6894-7C00-C323-07BB7842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114E5-92FB-DADE-6048-314270CCA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81E24-CF91-5420-EB90-6F4767E21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A3C9F-AF30-E992-8837-190F449349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55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FBF86-A856-6F61-23D3-2411E1A5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86E8B-8253-F402-9E61-8410A8B46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BD300-BBB8-61B0-1572-94DE1305E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B5051-4A74-E431-5D7C-5C6E6CCFB2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70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365760"/>
            <a:ext cx="5029200" cy="5029200"/>
          </a:xfrm>
          <a:prstGeom prst="diamond">
            <a:avLst/>
          </a:prstGeom>
          <a:solidFill>
            <a:srgbClr val="1A3A5A">
              <a:alpha val="40000"/>
            </a:srgbClr>
          </a:solidFill>
          <a:ln w="12700">
            <a:solidFill>
              <a:srgbClr val="4DB8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548640"/>
            <a:ext cx="3200400" cy="3200400"/>
          </a:xfrm>
          <a:prstGeom prst="diamond">
            <a:avLst/>
          </a:prstGeom>
          <a:solidFill>
            <a:srgbClr val="13161F"/>
          </a:solidFill>
          <a:ln w="12700">
            <a:solidFill>
              <a:srgbClr val="4DB8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8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2423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800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ENGINE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Anti-LLM and Decoding Agent Based Multilayer Cipher Method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cipher lists  ·  8 steps each  ·  key: 86247931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617720"/>
            <a:ext cx="8229600" cy="182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4E6EBCB-EC44-F3CE-06C1-127EDA0BF362}"/>
              </a:ext>
            </a:extLst>
          </p:cNvPr>
          <p:cNvSpPr/>
          <p:nvPr/>
        </p:nvSpPr>
        <p:spPr>
          <a:xfrm>
            <a:off x="685800" y="3291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800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 ULUSOY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80AB64-F0A1-7A5B-1C2E-83A408A62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611" y="1479745"/>
            <a:ext cx="1338189" cy="13381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9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56BB3-066E-5D48-C7B0-E6AA5C66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377F6570-EDFE-1C52-ACC4-01E7EFAFD213}"/>
              </a:ext>
            </a:extLst>
          </p:cNvPr>
          <p:cNvSpPr/>
          <p:nvPr/>
        </p:nvSpPr>
        <p:spPr>
          <a:xfrm>
            <a:off x="13716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I?</a:t>
            </a:r>
            <a:endParaRPr lang="en-US" sz="3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D32441E-EB4B-9A1B-EED2-B0E8382D8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5289B7-B322-8A5C-621D-159333546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5631180" y="1611630"/>
            <a:ext cx="3512820" cy="3531870"/>
          </a:xfrm>
          <a:prstGeom prst="ellipse">
            <a:avLst/>
          </a:prstGeom>
          <a:ln w="63500" cap="rnd">
            <a:solidFill>
              <a:schemeClr val="bg1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9186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1097280"/>
          </a:xfrm>
          <a:prstGeom prst="triangle">
            <a:avLst/>
          </a:prstGeom>
          <a:solidFill>
            <a:srgbClr val="4DB8FF">
              <a:alpha val="20000"/>
            </a:srgbClr>
          </a:solidFill>
          <a:ln w="12700">
            <a:solidFill>
              <a:srgbClr val="4DB8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645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77240" y="6949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KOD8 was born — Bursa, Turkey, 2014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7240" y="1069848"/>
            <a:ext cx="530352" cy="530352"/>
          </a:xfrm>
          <a:prstGeom prst="ellipse">
            <a:avLst/>
          </a:prstGeom>
          <a:solidFill>
            <a:srgbClr val="4DB8FF">
              <a:alpha val="30000"/>
            </a:srgbClr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069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10412" y="1600200"/>
            <a:ext cx="36576" cy="2468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508760" y="10058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summit — Bursa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125272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Dilara chatbot: 310+ Live camera &amp; FTP feeds, simultaneous login and monitoring of open libraries (</a:t>
            </a:r>
            <a:r>
              <a:rPr lang="en-US" sz="1100" dirty="0" err="1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DSpaces</a:t>
            </a:r>
            <a:r>
              <a:rPr lang="en-US" sz="11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worldwide.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1847088"/>
            <a:ext cx="530352" cy="530352"/>
          </a:xfrm>
          <a:prstGeom prst="ellipse">
            <a:avLst/>
          </a:prstGeom>
          <a:solidFill>
            <a:srgbClr val="E8B840">
              <a:alpha val="30000"/>
            </a:srgbClr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1847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10412" y="2377440"/>
            <a:ext cx="36576" cy="2468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08760" y="17830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pivot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08760" y="202996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agreements with hacker groups near end of the Gezi occupy which forced Dilara went offline. So our attention shifted fully to the security layer she carried.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2624328"/>
            <a:ext cx="530352" cy="530352"/>
          </a:xfrm>
          <a:prstGeom prst="ellipse">
            <a:avLst/>
          </a:prstGeom>
          <a:solidFill>
            <a:srgbClr val="E06040">
              <a:alpha val="30000"/>
            </a:srgbClr>
          </a:solidFill>
          <a:ln w="12700">
            <a:solidFill>
              <a:srgbClr val="E06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7240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6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10412" y="3154680"/>
            <a:ext cx="36576" cy="2468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508760" y="256032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KOD8 goes into a drawer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08760" y="28072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cipher was shelved as an "unnecessary feature." Logo kept as personal logo. DILARA Project itself was forgotten until COVID.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" y="3401568"/>
            <a:ext cx="530352" cy="530352"/>
          </a:xfrm>
          <a:prstGeom prst="ellipse">
            <a:avLst/>
          </a:prstGeom>
          <a:solidFill>
            <a:srgbClr val="3DB950">
              <a:alpha val="30000"/>
            </a:srgbClr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7240" y="3401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508760" y="33375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KOD8 v2.0 — goes live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508760" y="358444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 rebuilt: 17 primitives, 6 cipher lists, round-trip verified. Python GUI shipped. Pipeline diagram published.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1A1A2EA-10C5-5717-DAFB-A8B4EBA08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32D69-2A1B-7232-AECB-84C1BAD01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B32D60EA-A2C7-71B0-DD66-0319B7A20F41}"/>
              </a:ext>
            </a:extLst>
          </p:cNvPr>
          <p:cNvSpPr/>
          <p:nvPr/>
        </p:nvSpPr>
        <p:spPr>
          <a:xfrm>
            <a:off x="13716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Why?</a:t>
            </a:r>
            <a:endParaRPr lang="en-US" sz="3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552C32C-7810-FD6C-EB29-797D0B7B6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1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1097280"/>
          </a:xfrm>
          <a:prstGeom prst="triangle">
            <a:avLst/>
          </a:prstGeom>
          <a:solidFill>
            <a:srgbClr val="A080F0">
              <a:alpha val="20000"/>
            </a:srgbClr>
          </a:solidFill>
          <a:ln w="12700">
            <a:solidFill>
              <a:srgbClr val="A080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645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77240" y="6949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key · 6 cipher lists · 8 chained steps each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383280" y="10058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232840"/>
          </a:solidFill>
          <a:ln w="12700">
            <a:solidFill>
              <a:srgbClr val="E8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383280" y="1042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83280" y="1280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type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58284" y="1508760"/>
            <a:ext cx="27432" cy="2468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83280" y="175564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C2030"/>
          </a:solidFill>
          <a:ln w="12700">
            <a:solidFill>
              <a:srgbClr val="6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83280" y="1792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.upper()  normalise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83280" y="2029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 rule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58284" y="2258568"/>
            <a:ext cx="27432" cy="2468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83280" y="250545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3D2E08"/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83280" y="2542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7797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CL2→CL3→CL4→CL5→CL1→CL6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58284" y="3008376"/>
            <a:ext cx="27432" cy="2468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383280" y="325526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A3A5A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8328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pipeline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83280" y="35295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primitives chained in order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58284" y="3758184"/>
            <a:ext cx="27432" cy="2468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383280" y="400507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232840"/>
          </a:solidFill>
          <a:ln w="12700">
            <a:solidFill>
              <a:srgbClr val="E8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383280" y="4041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+ cipher_id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383280" y="42793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as .kod8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35040" y="1005840"/>
            <a:ext cx="2651760" cy="3794760"/>
          </a:xfrm>
          <a:prstGeom prst="roundRect">
            <a:avLst>
              <a:gd name="adj" fmla="val 2069"/>
            </a:avLst>
          </a:prstGeom>
          <a:solidFill>
            <a:srgbClr val="1C203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26480" y="1078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26480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150608" y="1371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86247931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26480" y="1664208"/>
            <a:ext cx="2468880" cy="9144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26480" y="1901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ALPHABET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50608" y="1901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Turkish (30 chars)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26480" y="2194560"/>
            <a:ext cx="2468880" cy="9144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126480" y="24323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 LISTS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150608" y="24323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(CL1–CL6)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126480" y="2724912"/>
            <a:ext cx="2468880" cy="9144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126480" y="29626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/ LIST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150608" y="29626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(fixed order)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126480" y="3255264"/>
            <a:ext cx="2468880" cy="9144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126480" y="34930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150608" y="34930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 same steps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126480" y="3785616"/>
            <a:ext cx="2468880" cy="9144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126480" y="4023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PRIMITIVES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150608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distinct ops</a:t>
            </a:r>
            <a:endParaRPr lang="en-US" sz="11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8E18FE7-7E7B-2543-BC36-68AB60DAC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1097280"/>
          </a:xfrm>
          <a:prstGeom prst="triangle">
            <a:avLst/>
          </a:prstGeom>
          <a:solidFill>
            <a:srgbClr val="E8B840">
              <a:alpha val="20000"/>
            </a:srgbClr>
          </a:solidFill>
          <a:ln w="12700">
            <a:solidFill>
              <a:srgbClr val="E8B84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645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Primitive Operations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77240" y="6949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families — every primitive is fully reversible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1481328" cy="1481328"/>
          </a:xfrm>
          <a:prstGeom prst="roundRect">
            <a:avLst>
              <a:gd name="adj" fmla="val 3704"/>
            </a:avLst>
          </a:prstGeom>
          <a:solidFill>
            <a:srgbClr val="1A3A5A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399032"/>
            <a:ext cx="1298448" cy="9144"/>
          </a:xfrm>
          <a:prstGeom prst="rect">
            <a:avLst/>
          </a:prstGeom>
          <a:solidFill>
            <a:srgbClr val="4DB8FF">
              <a:alpha val="40000"/>
            </a:srgbClr>
          </a:solidFill>
          <a:ln w="12700">
            <a:solidFill>
              <a:srgbClr val="4DB8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453896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HEX encode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1664208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Base64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1874520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Base36 digit sub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0" y="1051560"/>
            <a:ext cx="1481328" cy="1481328"/>
          </a:xfrm>
          <a:prstGeom prst="roundRect">
            <a:avLst>
              <a:gd name="adj" fmla="val 3704"/>
            </a:avLst>
          </a:prstGeom>
          <a:solidFill>
            <a:srgbClr val="0A3828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011680" y="114300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D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03120" y="1399032"/>
            <a:ext cx="1298448" cy="9144"/>
          </a:xfrm>
          <a:prstGeom prst="rect">
            <a:avLst/>
          </a:prstGeom>
          <a:solidFill>
            <a:srgbClr val="3DB950">
              <a:alpha val="40000"/>
            </a:srgbClr>
          </a:solidFill>
          <a:ln w="12700">
            <a:solidFill>
              <a:srgbClr val="3DB9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103120" y="1453896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S-box (Fisher-Yates)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03120" y="1664208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Unicode shift +5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66160" y="1051560"/>
            <a:ext cx="1481328" cy="1481328"/>
          </a:xfrm>
          <a:prstGeom prst="roundRect">
            <a:avLst>
              <a:gd name="adj" fmla="val 3704"/>
            </a:avLst>
          </a:prstGeom>
          <a:solidFill>
            <a:srgbClr val="3D2E08"/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566160" y="114300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B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 / DIFFUSION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0" y="1399032"/>
            <a:ext cx="1298448" cy="9144"/>
          </a:xfrm>
          <a:prstGeom prst="rect">
            <a:avLst/>
          </a:prstGeom>
          <a:solidFill>
            <a:srgbClr val="E8B840">
              <a:alpha val="40000"/>
            </a:srgbClr>
          </a:solidFill>
          <a:ln w="12700">
            <a:solidFill>
              <a:srgbClr val="E8B84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0" y="1453896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XOR key [8]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0" y="1664208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Rolling XOR (CBC)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0" y="1874520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Keystream XOR (LCG)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0" y="2084832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Block XOR CBC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624328"/>
            <a:ext cx="1481328" cy="1481328"/>
          </a:xfrm>
          <a:prstGeom prst="roundRect">
            <a:avLst>
              <a:gd name="adj" fmla="val 3704"/>
            </a:avLst>
          </a:prstGeom>
          <a:solidFill>
            <a:srgbClr val="2A1A5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271576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08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TRANSPOSITION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2971800"/>
            <a:ext cx="1298448" cy="9144"/>
          </a:xfrm>
          <a:prstGeom prst="rect">
            <a:avLst/>
          </a:prstGeom>
          <a:solidFill>
            <a:srgbClr val="A080F0">
              <a:alpha val="40000"/>
            </a:srgbClr>
          </a:solidFill>
          <a:ln w="12700">
            <a:solidFill>
              <a:srgbClr val="A080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8640" y="3026664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Rail fence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3236976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Block rotate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3447288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Columnar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3657600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reverse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8640" y="3867912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Split reverse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011680" y="2624328"/>
            <a:ext cx="1481328" cy="1481328"/>
          </a:xfrm>
          <a:prstGeom prst="roundRect">
            <a:avLst>
              <a:gd name="adj" fmla="val 3704"/>
            </a:avLst>
          </a:prstGeom>
          <a:solidFill>
            <a:srgbClr val="3D1A10"/>
          </a:solidFill>
          <a:ln w="12700">
            <a:solidFill>
              <a:srgbClr val="E06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011680" y="271576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06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OPS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103120" y="2971800"/>
            <a:ext cx="1298448" cy="9144"/>
          </a:xfrm>
          <a:prstGeom prst="rect">
            <a:avLst/>
          </a:prstGeom>
          <a:solidFill>
            <a:srgbClr val="E06040">
              <a:alpha val="40000"/>
            </a:srgbClr>
          </a:solidFill>
          <a:ln w="12700">
            <a:solidFill>
              <a:srgbClr val="E0604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103120" y="3026664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Block shuffle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566160" y="2624328"/>
            <a:ext cx="1481328" cy="1481328"/>
          </a:xfrm>
          <a:prstGeom prst="roundRect">
            <a:avLst>
              <a:gd name="adj" fmla="val 3704"/>
            </a:avLst>
          </a:prstGeom>
          <a:solidFill>
            <a:srgbClr val="282828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566160" y="271576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TURKISH ALPHA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657600" y="2971800"/>
            <a:ext cx="1298448" cy="9144"/>
          </a:xfrm>
          <a:prstGeom prst="rect">
            <a:avLst/>
          </a:prstGeom>
          <a:solidFill>
            <a:srgbClr val="A0A0A0">
              <a:alpha val="40000"/>
            </a:srgbClr>
          </a:solidFill>
          <a:ln w="12700">
            <a:solidFill>
              <a:srgbClr val="A0A0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3657600" y="3026664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Vigenere TR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657600" y="3236976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Atbash TR</a:t>
            </a:r>
            <a:endParaRPr lang="en-US" sz="1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771A85B-D974-4500-8445-CF247795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1097280"/>
          </a:xfrm>
          <a:prstGeom prst="triangle">
            <a:avLst/>
          </a:prstGeom>
          <a:solidFill>
            <a:srgbClr val="3DB950">
              <a:alpha val="20000"/>
            </a:srgbClr>
          </a:solidFill>
          <a:ln w="12700">
            <a:solidFill>
              <a:srgbClr val="3DB9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645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Cipher Lists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77240" y="6949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tuned for a different input type — auto-detected at runtime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1A3A5A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133856"/>
            <a:ext cx="475488" cy="256032"/>
          </a:xfrm>
          <a:prstGeom prst="roundRect">
            <a:avLst>
              <a:gd name="adj" fmla="val 42857"/>
            </a:avLst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13385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" y="109728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5568" y="1316736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/ Latin prose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151790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STEP  ›  Vigenere TR (30-char Turkish alphabet)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92040" y="1024128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0A3828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83480" y="1133856"/>
            <a:ext cx="475488" cy="256032"/>
          </a:xfrm>
          <a:prstGeom prst="roundRect">
            <a:avLst>
              <a:gd name="adj" fmla="val 42857"/>
            </a:avLst>
          </a:prstGeom>
          <a:solidFill>
            <a:srgbClr val="3DB950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113385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50408" y="109728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Files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50408" y="1316736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· JPG · WebP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83480" y="151790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STEP  ›  Dual encoding: Base64 → S-box → HEX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1810512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3D2E08"/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48640" y="1920240"/>
            <a:ext cx="475488" cy="256032"/>
          </a:xfrm>
          <a:prstGeom prst="roundRect">
            <a:avLst>
              <a:gd name="adj" fmla="val 42857"/>
            </a:avLst>
          </a:prstGeom>
          <a:solidFill>
            <a:srgbClr val="E8B840"/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19202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5568" y="188366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Files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15568" y="2103120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· MKV · AVI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230428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STEP  ›  Two XOR passes destroy frame patterns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92040" y="1810512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2A1A5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983480" y="1920240"/>
            <a:ext cx="475488" cy="256032"/>
          </a:xfrm>
          <a:prstGeom prst="roundRect">
            <a:avLst>
              <a:gd name="adj" fmla="val 42857"/>
            </a:avLst>
          </a:prstGeom>
          <a:solidFill>
            <a:srgbClr val="A080F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83480" y="19202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550408" y="188366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50408" y="2103120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TXT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983480" y="230428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STEP  ›  Columnar first — kills page structure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7200" y="2596896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3D1A10"/>
          </a:solidFill>
          <a:ln w="12700">
            <a:solidFill>
              <a:srgbClr val="E06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48640" y="2706624"/>
            <a:ext cx="475488" cy="256032"/>
          </a:xfrm>
          <a:prstGeom prst="roundRect">
            <a:avLst>
              <a:gd name="adj" fmla="val 42857"/>
            </a:avLst>
          </a:prstGeom>
          <a:solidFill>
            <a:srgbClr val="E06040"/>
          </a:solidFill>
          <a:ln w="12700">
            <a:solidFill>
              <a:srgbClr val="E06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" y="27066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15568" y="267004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Data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115568" y="2889504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CSV · GPS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48640" y="309067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STEP  ›  Base36 runs first — no digit survives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892040" y="2596896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282828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983480" y="2706624"/>
            <a:ext cx="475488" cy="256032"/>
          </a:xfrm>
          <a:prstGeom prst="roundRect">
            <a:avLst>
              <a:gd name="adj" fmla="val 42857"/>
            </a:avLst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983480" y="27066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550408" y="267004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550408" y="2889504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/ mixed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983480" y="309067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STEP  ›  All 6 primitive families, no repeats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99A713F-7AE6-F2F2-0769-7FA167175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1097280"/>
          </a:xfrm>
          <a:prstGeom prst="triangle">
            <a:avLst/>
          </a:prstGeom>
          <a:solidFill>
            <a:srgbClr val="4DB8FF">
              <a:alpha val="20000"/>
            </a:srgbClr>
          </a:solidFill>
          <a:ln w="12700">
            <a:solidFill>
              <a:srgbClr val="4DB8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645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CL1  —  Plain Text Pipeline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77240" y="6949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"dream case" → ciphertext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024128" cy="3474720"/>
          </a:xfrm>
          <a:prstGeom prst="roundRect">
            <a:avLst>
              <a:gd name="adj" fmla="val 5357"/>
            </a:avLst>
          </a:prstGeom>
          <a:solidFill>
            <a:srgbClr val="1C2030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8096" y="1097280"/>
            <a:ext cx="402336" cy="402336"/>
          </a:xfrm>
          <a:prstGeom prst="ellipse">
            <a:avLst/>
          </a:prstGeom>
          <a:solidFill>
            <a:srgbClr val="4DB8FF">
              <a:alpha val="40000"/>
            </a:srgbClr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809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2064" y="1572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encode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" y="2212848"/>
            <a:ext cx="877824" cy="201168"/>
          </a:xfrm>
          <a:prstGeom prst="roundRect">
            <a:avLst>
              <a:gd name="adj" fmla="val 54545"/>
            </a:avLst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0352" y="22128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2064" y="2514600"/>
            <a:ext cx="914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6472656164 63617365 →…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481328" y="2734056"/>
            <a:ext cx="27432" cy="182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508760" y="1005840"/>
            <a:ext cx="1024128" cy="3474720"/>
          </a:xfrm>
          <a:prstGeom prst="roundRect">
            <a:avLst>
              <a:gd name="adj" fmla="val 5357"/>
            </a:avLst>
          </a:prstGeom>
          <a:solidFill>
            <a:srgbClr val="1C2030"/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819656" y="1097280"/>
            <a:ext cx="402336" cy="402336"/>
          </a:xfrm>
          <a:prstGeom prst="ellipse">
            <a:avLst/>
          </a:prstGeom>
          <a:solidFill>
            <a:srgbClr val="E8B840">
              <a:alpha val="40000"/>
            </a:srgbClr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81965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563624" y="1572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key [8]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581912" y="2212848"/>
            <a:ext cx="877824" cy="201168"/>
          </a:xfrm>
          <a:prstGeom prst="roundRect">
            <a:avLst>
              <a:gd name="adj" fmla="val 54545"/>
            </a:avLst>
          </a:prstGeom>
          <a:solidFill>
            <a:srgbClr val="E8B840"/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581912" y="22128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563624" y="2514600"/>
            <a:ext cx="914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every byte with 8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532888" y="2734056"/>
            <a:ext cx="27432" cy="182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560320" y="1005840"/>
            <a:ext cx="1024128" cy="3474720"/>
          </a:xfrm>
          <a:prstGeom prst="roundRect">
            <a:avLst>
              <a:gd name="adj" fmla="val 5357"/>
            </a:avLst>
          </a:prstGeom>
          <a:solidFill>
            <a:srgbClr val="1C203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871216" y="1097280"/>
            <a:ext cx="402336" cy="402336"/>
          </a:xfrm>
          <a:prstGeom prst="ellipse">
            <a:avLst/>
          </a:prstGeom>
          <a:solidFill>
            <a:srgbClr val="A0A0A0">
              <a:alpha val="40000"/>
            </a:srgbClr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87121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615184" y="1572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Vigenere TR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633472" y="2212848"/>
            <a:ext cx="877824" cy="201168"/>
          </a:xfrm>
          <a:prstGeom prst="roundRect">
            <a:avLst>
              <a:gd name="adj" fmla="val 54545"/>
            </a:avLst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633472" y="22128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TURKISH ALPHA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615184" y="2514600"/>
            <a:ext cx="914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Poly-alpha shift over 30-char alphabet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584448" y="2734056"/>
            <a:ext cx="27432" cy="182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611880" y="1005840"/>
            <a:ext cx="1024128" cy="3474720"/>
          </a:xfrm>
          <a:prstGeom prst="roundRect">
            <a:avLst>
              <a:gd name="adj" fmla="val 5357"/>
            </a:avLst>
          </a:prstGeom>
          <a:solidFill>
            <a:srgbClr val="1C203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922776" y="1097280"/>
            <a:ext cx="402336" cy="402336"/>
          </a:xfrm>
          <a:prstGeom prst="ellipse">
            <a:avLst/>
          </a:prstGeom>
          <a:solidFill>
            <a:srgbClr val="A080F0">
              <a:alpha val="40000"/>
            </a:srgbClr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92277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8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666744" y="1572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fence ×3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85032" y="2212848"/>
            <a:ext cx="877824" cy="201168"/>
          </a:xfrm>
          <a:prstGeom prst="roundRect">
            <a:avLst>
              <a:gd name="adj" fmla="val 54545"/>
            </a:avLst>
          </a:prstGeom>
          <a:solidFill>
            <a:srgbClr val="A080F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685032" y="22128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TRANSPOSITION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666744" y="2514600"/>
            <a:ext cx="914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Zigzag scatter across 3 rails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636008" y="2734056"/>
            <a:ext cx="27432" cy="182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663440" y="1005840"/>
            <a:ext cx="1024128" cy="3474720"/>
          </a:xfrm>
          <a:prstGeom prst="roundRect">
            <a:avLst>
              <a:gd name="adj" fmla="val 5357"/>
            </a:avLst>
          </a:prstGeom>
          <a:solidFill>
            <a:srgbClr val="1C203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974336" y="1097280"/>
            <a:ext cx="402336" cy="402336"/>
          </a:xfrm>
          <a:prstGeom prst="ellipse">
            <a:avLst/>
          </a:prstGeom>
          <a:solidFill>
            <a:srgbClr val="A0A0A0">
              <a:alpha val="40000"/>
            </a:srgbClr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97433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718304" y="1572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Atbash TR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36592" y="2212848"/>
            <a:ext cx="877824" cy="201168"/>
          </a:xfrm>
          <a:prstGeom prst="roundRect">
            <a:avLst>
              <a:gd name="adj" fmla="val 54545"/>
            </a:avLst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736592" y="22128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TURKISH ALPHA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718304" y="2514600"/>
            <a:ext cx="914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every Turkish letter (self-inverse)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687568" y="2734056"/>
            <a:ext cx="27432" cy="182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715000" y="1005840"/>
            <a:ext cx="1024128" cy="3474720"/>
          </a:xfrm>
          <a:prstGeom prst="roundRect">
            <a:avLst>
              <a:gd name="adj" fmla="val 5357"/>
            </a:avLst>
          </a:prstGeom>
          <a:solidFill>
            <a:srgbClr val="1C203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6025896" y="1097280"/>
            <a:ext cx="402336" cy="402336"/>
          </a:xfrm>
          <a:prstGeom prst="ellipse">
            <a:avLst/>
          </a:prstGeom>
          <a:solidFill>
            <a:srgbClr val="A080F0">
              <a:alpha val="40000"/>
            </a:srgbClr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02589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8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769864" y="1572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rotate ×3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788152" y="2212848"/>
            <a:ext cx="877824" cy="201168"/>
          </a:xfrm>
          <a:prstGeom prst="roundRect">
            <a:avLst>
              <a:gd name="adj" fmla="val 54545"/>
            </a:avLst>
          </a:prstGeom>
          <a:solidFill>
            <a:srgbClr val="A080F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788152" y="22128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TRANSPOSITION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769864" y="2514600"/>
            <a:ext cx="914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shift by 3 chars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739128" y="2734056"/>
            <a:ext cx="27432" cy="182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6766560" y="1005840"/>
            <a:ext cx="1024128" cy="3474720"/>
          </a:xfrm>
          <a:prstGeom prst="roundRect">
            <a:avLst>
              <a:gd name="adj" fmla="val 5357"/>
            </a:avLst>
          </a:prstGeom>
          <a:solidFill>
            <a:srgbClr val="1C2030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7077456" y="1097280"/>
            <a:ext cx="402336" cy="402336"/>
          </a:xfrm>
          <a:prstGeom prst="ellipse">
            <a:avLst/>
          </a:prstGeom>
          <a:solidFill>
            <a:srgbClr val="3DB950">
              <a:alpha val="40000"/>
            </a:srgbClr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707745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821424" y="1572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+5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6839712" y="2212848"/>
            <a:ext cx="877824" cy="201168"/>
          </a:xfrm>
          <a:prstGeom prst="roundRect">
            <a:avLst>
              <a:gd name="adj" fmla="val 54545"/>
            </a:avLst>
          </a:prstGeom>
          <a:solidFill>
            <a:srgbClr val="3DB950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839712" y="22128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SUBSTITUTION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821424" y="2514600"/>
            <a:ext cx="914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Codepoint +5 mod 256  (skips ord&gt;127)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7790688" y="2734056"/>
            <a:ext cx="27432" cy="1828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7818120" y="1005840"/>
            <a:ext cx="1024128" cy="3474720"/>
          </a:xfrm>
          <a:prstGeom prst="roundRect">
            <a:avLst>
              <a:gd name="adj" fmla="val 5357"/>
            </a:avLst>
          </a:prstGeom>
          <a:solidFill>
            <a:srgbClr val="1C203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8129016" y="1097280"/>
            <a:ext cx="402336" cy="402336"/>
          </a:xfrm>
          <a:prstGeom prst="ellipse">
            <a:avLst/>
          </a:prstGeom>
          <a:solidFill>
            <a:srgbClr val="A080F0">
              <a:alpha val="40000"/>
            </a:srgbClr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812901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8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7872984" y="1572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reverse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891272" y="2212848"/>
            <a:ext cx="877824" cy="201168"/>
          </a:xfrm>
          <a:prstGeom prst="roundRect">
            <a:avLst>
              <a:gd name="adj" fmla="val 54545"/>
            </a:avLst>
          </a:prstGeom>
          <a:solidFill>
            <a:srgbClr val="A080F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7891272" y="22128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TRANSPOSITION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872984" y="2514600"/>
            <a:ext cx="914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entire string — outer shell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→  AAAAA?ABB@&gt;@=K&gt;B?ABA</a:t>
            </a:r>
            <a:endParaRPr lang="en-US" sz="11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B574008-117D-FA1F-5409-4CFE41358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1097280"/>
          </a:xfrm>
          <a:prstGeom prst="triangle">
            <a:avLst/>
          </a:prstGeom>
          <a:solidFill>
            <a:srgbClr val="E06040">
              <a:alpha val="20000"/>
            </a:srgbClr>
          </a:solidFill>
          <a:ln w="12700">
            <a:solidFill>
              <a:srgbClr val="E0604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645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Safety Rules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77240" y="6949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step order is not arbitrary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4160520" cy="932688"/>
          </a:xfrm>
          <a:prstGeom prst="roundRect">
            <a:avLst>
              <a:gd name="adj" fmla="val 5882"/>
            </a:avLst>
          </a:prstGeom>
          <a:solidFill>
            <a:srgbClr val="1C2030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115568"/>
            <a:ext cx="347472" cy="237744"/>
          </a:xfrm>
          <a:prstGeom prst="roundRect">
            <a:avLst>
              <a:gd name="adj" fmla="val 46154"/>
            </a:avLst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11556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7552" y="1115568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HEX → only 0-9, A-F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42646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encode is always the innermost step for text-origin lists. It normalises arbitrary Unicode to pure printable ASCII, guaranteeing all downstream ops see a clean, bounded character set.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1024128"/>
            <a:ext cx="4160520" cy="932688"/>
          </a:xfrm>
          <a:prstGeom prst="roundRect">
            <a:avLst>
              <a:gd name="adj" fmla="val 5882"/>
            </a:avLst>
          </a:prstGeom>
          <a:solidFill>
            <a:srgbClr val="1C2030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115568"/>
            <a:ext cx="347472" cy="237744"/>
          </a:xfrm>
          <a:prstGeom prst="roundRect">
            <a:avLst>
              <a:gd name="adj" fmla="val 46154"/>
            </a:avLst>
          </a:prstGeom>
          <a:solidFill>
            <a:srgbClr val="3DB950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92040" y="111556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330952" y="1115568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Base64 → A-Za-z0-9+/=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2040" y="142646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lists open with Base64 for the same reason. The output alphabet is fully defined, safe for every subsequent primitive without binary corruption.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048256"/>
            <a:ext cx="4160520" cy="932688"/>
          </a:xfrm>
          <a:prstGeom prst="roundRect">
            <a:avLst>
              <a:gd name="adj" fmla="val 5882"/>
            </a:avLst>
          </a:prstGeom>
          <a:solidFill>
            <a:srgbClr val="1C203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2139696"/>
            <a:ext cx="347472" cy="237744"/>
          </a:xfrm>
          <a:prstGeom prst="roundRect">
            <a:avLst>
              <a:gd name="adj" fmla="val 46154"/>
            </a:avLst>
          </a:prstGeom>
          <a:solidFill>
            <a:srgbClr val="A080F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21396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87552" y="2139696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Vigenere / Atbash only shift Turkish-alpha chars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245059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Non-Turkish characters pass through unchanged. This makes both ops safe at any chain position — they are invisible to hex and base64 output.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00600" y="2048256"/>
            <a:ext cx="4160520" cy="932688"/>
          </a:xfrm>
          <a:prstGeom prst="roundRect">
            <a:avLst>
              <a:gd name="adj" fmla="val 5882"/>
            </a:avLst>
          </a:prstGeom>
          <a:solidFill>
            <a:srgbClr val="1C2030"/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892040" y="2139696"/>
            <a:ext cx="347472" cy="237744"/>
          </a:xfrm>
          <a:prstGeom prst="roundRect">
            <a:avLst>
              <a:gd name="adj" fmla="val 46154"/>
            </a:avLst>
          </a:prstGeom>
          <a:solidFill>
            <a:srgbClr val="E8B840"/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92040" y="21396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330952" y="2139696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shift MUST come after Turkish-alpha ops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245059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 (U+0130=304) and Ğ (U+011E=286) have codepoints &gt; 255. Applying (+5 mod 256) wraps them irreversibly. Fix: shift only skips ord(c) &gt; 127.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072384"/>
            <a:ext cx="4160520" cy="932688"/>
          </a:xfrm>
          <a:prstGeom prst="roundRect">
            <a:avLst>
              <a:gd name="adj" fmla="val 5882"/>
            </a:avLst>
          </a:prstGeom>
          <a:solidFill>
            <a:srgbClr val="1C2030"/>
          </a:solidFill>
          <a:ln w="12700">
            <a:solidFill>
              <a:srgbClr val="E06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48640" y="3163824"/>
            <a:ext cx="347472" cy="237744"/>
          </a:xfrm>
          <a:prstGeom prst="roundRect">
            <a:avLst>
              <a:gd name="adj" fmla="val 46154"/>
            </a:avLst>
          </a:prstGeom>
          <a:solidFill>
            <a:srgbClr val="E06040"/>
          </a:solidFill>
          <a:ln w="12700">
            <a:solidFill>
              <a:srgbClr val="E06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8640" y="316382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87552" y="3163824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arbitrary-byte op between Base64 encode/decode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34747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XOR, Block XOR CBC, and S-box produce arbitrary bytes. If placed between a Base64 encode and its eventual decode in the reversed chain, the decode will fail. Fixed by chain ordering.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00600" y="3072384"/>
            <a:ext cx="4160520" cy="932688"/>
          </a:xfrm>
          <a:prstGeom prst="roundRect">
            <a:avLst>
              <a:gd name="adj" fmla="val 5882"/>
            </a:avLst>
          </a:prstGeom>
          <a:solidFill>
            <a:srgbClr val="1C203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892040" y="3163824"/>
            <a:ext cx="347472" cy="237744"/>
          </a:xfrm>
          <a:prstGeom prst="roundRect">
            <a:avLst>
              <a:gd name="adj" fmla="val 46154"/>
            </a:avLst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92040" y="316382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330952" y="3163824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.upper() applied before step 1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892040" y="34747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Vigenere and Atbash only match uppercase Turkish letters. The engine normalises all input to uppercase before the pipeline starts — never inside a step.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5A5A4FE-4FA1-61EE-0F5D-D898EF072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1097280"/>
          </a:xfrm>
          <a:prstGeom prst="triangle">
            <a:avLst/>
          </a:prstGeom>
          <a:solidFill>
            <a:srgbClr val="3DB950">
              <a:alpha val="20000"/>
            </a:srgbClr>
          </a:solidFill>
          <a:ln w="12700">
            <a:solidFill>
              <a:srgbClr val="3DB9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645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↔ Decrypt Flow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77240" y="6949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primitive is its own inverse — no separate decrypt logic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35331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13533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input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63724" y="179222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90195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9019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.upper()  normalise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63724" y="234086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45059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24505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cipher list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363724" y="288950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99923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4360" y="29992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steps  1 → 2 → … → 8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363724" y="343814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54787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1A3A5A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" y="354787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 +  cipher_id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363724" y="398678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" y="409651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4360" y="40965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.kod8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26280" y="1005840"/>
            <a:ext cx="18288" cy="3840480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D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46320" y="135331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983480" y="13533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 +  cipher_id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52844" y="179222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46320" y="190195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983480" y="19019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cipher list by id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752844" y="234086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846320" y="245059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983480" y="24505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steps  8 → 7 → … → 1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752844" y="288950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846320" y="299923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983480" y="29992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called encrypt=False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752844" y="343814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846320" y="354787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0F3D1A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983480" y="354787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recovered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752844" y="3986784"/>
            <a:ext cx="27432" cy="109728"/>
          </a:xfrm>
          <a:prstGeom prst="rect">
            <a:avLst/>
          </a:prstGeom>
          <a:solidFill>
            <a:srgbClr val="2E355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846320" y="409651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83480" y="40965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decrypted file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cipher list ID must be stored with the ciphertext — it cannot be recovered from ciphertext alone.</a:t>
            </a:r>
            <a:endParaRPr lang="en-US" sz="10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9DA402B-B0EB-3D19-F044-AE4245097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1097280"/>
          </a:xfrm>
          <a:prstGeom prst="triangle">
            <a:avLst/>
          </a:prstGeom>
          <a:solidFill>
            <a:srgbClr val="A080F0">
              <a:alpha val="20000"/>
            </a:srgbClr>
          </a:solidFill>
          <a:ln w="12700">
            <a:solidFill>
              <a:srgbClr val="A080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645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&amp; Tooling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77240" y="6949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 — ships as two Python files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297680" cy="1353312"/>
          </a:xfrm>
          <a:prstGeom prst="roundRect">
            <a:avLst>
              <a:gd name="adj" fmla="val 4054"/>
            </a:avLst>
          </a:prstGeom>
          <a:solidFill>
            <a:srgbClr val="1C2030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1795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kod8_engine.py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11795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914 lines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508760"/>
            <a:ext cx="3977640" cy="9144"/>
          </a:xfrm>
          <a:prstGeom prst="rect">
            <a:avLst/>
          </a:prstGeom>
          <a:solidFill>
            <a:srgbClr val="4DB8FF">
              <a:alpha val="30000"/>
            </a:srgbClr>
          </a:solidFill>
          <a:ln w="12700">
            <a:solidFill>
              <a:srgbClr val="4DB8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581912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cipher engine: all 17 primitives, 6 cipher lists, auto-detection, Kod8 public API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4297680" cy="1353312"/>
          </a:xfrm>
          <a:prstGeom prst="roundRect">
            <a:avLst>
              <a:gd name="adj" fmla="val 4054"/>
            </a:avLst>
          </a:prstGeom>
          <a:solidFill>
            <a:srgbClr val="1C2030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26883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kod8_ui.py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66160" y="26883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 lines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" y="3017520"/>
            <a:ext cx="3977640" cy="9144"/>
          </a:xfrm>
          <a:prstGeom prst="rect">
            <a:avLst/>
          </a:prstGeom>
          <a:solidFill>
            <a:srgbClr val="3DB950">
              <a:alpha val="30000"/>
            </a:srgbClr>
          </a:solidFill>
          <a:ln w="12700">
            <a:solidFill>
              <a:srgbClr val="3DB95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3090672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form GUI: browse / upload, strategy card, progress counter, animated step verification, save dialog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1051560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232840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074920" y="1197864"/>
            <a:ext cx="512064" cy="512064"/>
          </a:xfrm>
          <a:prstGeom prst="ellipse">
            <a:avLst/>
          </a:prstGeom>
          <a:solidFill>
            <a:srgbClr val="4DB8FF">
              <a:alpha val="25000"/>
            </a:srgbClr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74920" y="11978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687568" y="1143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87568" y="138074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cipher list from input; animates each of the 8 steps; prompts to save .kod8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937760" y="2057400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232840"/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74920" y="2203704"/>
            <a:ext cx="512064" cy="512064"/>
          </a:xfrm>
          <a:prstGeom prst="ellipse">
            <a:avLst/>
          </a:prstGeom>
          <a:solidFill>
            <a:srgbClr val="3DB950">
              <a:alpha val="25000"/>
            </a:srgbClr>
          </a:solidFill>
          <a:ln w="12700">
            <a:solidFill>
              <a:srgbClr val="3D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74920" y="2203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687568" y="2148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87568" y="23865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cipher_id from .kod8 header; runs reversed pipeline; prompts to save recovered file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937760" y="3063240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232840"/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74920" y="3209544"/>
            <a:ext cx="512064" cy="512064"/>
          </a:xfrm>
          <a:prstGeom prst="ellipse">
            <a:avLst/>
          </a:prstGeom>
          <a:solidFill>
            <a:srgbClr val="E8B840">
              <a:alpha val="25000"/>
            </a:srgbClr>
          </a:solidFill>
          <a:ln w="12700">
            <a:solidFill>
              <a:srgbClr val="E8B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074920" y="3209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687568" y="3154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87568" y="339242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step-by-step verification: Waiting → ◉ running → ✔ done (or ✘ on error)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937760" y="4069080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232840"/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074920" y="4215384"/>
            <a:ext cx="512064" cy="512064"/>
          </a:xfrm>
          <a:prstGeom prst="ellipse">
            <a:avLst/>
          </a:prstGeom>
          <a:solidFill>
            <a:srgbClr val="A080F0">
              <a:alpha val="25000"/>
            </a:srgbClr>
          </a:solidFill>
          <a:ln w="12700">
            <a:solidFill>
              <a:srgbClr val="A0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074920" y="4215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687568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87568" y="43982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any file type; binary files auto base64-wrapped; smart save filenames strip _enc/.kod8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4617720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282828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94360" y="46177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 kod8_ui.py</a:t>
            </a:r>
            <a:endParaRPr lang="en-US" sz="13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354CEDC-A36C-CC66-6DAE-D9B75389F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5029200" cy="5029200"/>
          </a:xfrm>
          <a:prstGeom prst="diamond">
            <a:avLst/>
          </a:prstGeom>
          <a:solidFill>
            <a:srgbClr val="1A3A5A">
              <a:alpha val="35000"/>
            </a:srgbClr>
          </a:solidFill>
          <a:ln w="12700">
            <a:solidFill>
              <a:srgbClr val="4DB8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8  is alive.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37160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decade-old security scaffold — rebuilt, verified, shipped.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1901952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ops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65376" y="1371600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865376" y="13898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865376" y="1901952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lists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73552" y="1371600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73552" y="13898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273552" y="1901952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per list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81728" y="1371600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81728" y="13898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4681728" y="1901952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vectors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9904" y="1371600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89904" y="13898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089904" y="1901952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98080" y="1371600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232840"/>
          </a:solidFill>
          <a:ln w="12700">
            <a:solidFill>
              <a:srgbClr val="2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498080" y="1389888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1548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7498080" y="1901952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lines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files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25603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logo has been on this profile for 11 years.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always KOD8's logo.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took a decade for the project to catch up to it.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 ·  KOD8 Cipher Engine  ·  key: 86247931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B469263-510C-95DB-8BBC-2591E3DFC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5828-1933-7B52-CF32-BFEFACB3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FFB0DDB-7BDE-DA34-E150-DAA7563AF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C7DB32-2AF8-72C5-5796-022471471D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289508"/>
              </p:ext>
            </p:extLst>
          </p:nvPr>
        </p:nvGraphicFramePr>
        <p:xfrm>
          <a:off x="-130126" y="-457298"/>
          <a:ext cx="9295228" cy="5643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71716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46DF1-9464-2754-E9E2-E97774FF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44B76118-A001-CB69-8D30-C5A17EECF719}"/>
              </a:ext>
            </a:extLst>
          </p:cNvPr>
          <p:cNvSpPr/>
          <p:nvPr/>
        </p:nvSpPr>
        <p:spPr>
          <a:xfrm>
            <a:off x="13716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8  is alive.</a:t>
            </a:r>
            <a:endParaRPr lang="en-US" sz="3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15ECCAC-CD2D-B6DC-BF98-1405055C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3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78E1-AA83-BA51-42A7-88FEB6FC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6F360B43-FEB7-9421-7337-9426A137E918}"/>
              </a:ext>
            </a:extLst>
          </p:cNvPr>
          <p:cNvSpPr/>
          <p:nvPr/>
        </p:nvSpPr>
        <p:spPr>
          <a:xfrm>
            <a:off x="13716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8  is alive.</a:t>
            </a:r>
            <a:endParaRPr lang="en-US" sz="3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0D8EB77-1B28-E0E4-D94F-90F46AEA9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5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F9453-1205-7C86-580F-395F44CE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F1F0B636-9FF9-4986-2567-F101BCE23A53}"/>
              </a:ext>
            </a:extLst>
          </p:cNvPr>
          <p:cNvSpPr/>
          <p:nvPr/>
        </p:nvSpPr>
        <p:spPr>
          <a:xfrm>
            <a:off x="13716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8  is alive.</a:t>
            </a:r>
            <a:endParaRPr lang="en-US" sz="3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A150528-FAF8-3586-CE81-E1CEB680D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" y="98210"/>
            <a:ext cx="717979" cy="7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62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1170</Words>
  <Application>Microsoft Office PowerPoint</Application>
  <PresentationFormat>On-screen Show (16:9)</PresentationFormat>
  <Paragraphs>239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Fatih ULUSOY</cp:lastModifiedBy>
  <cp:revision>5</cp:revision>
  <dcterms:created xsi:type="dcterms:W3CDTF">2026-07-29T03:07:05Z</dcterms:created>
  <dcterms:modified xsi:type="dcterms:W3CDTF">2026-10-19T00:04:08Z</dcterms:modified>
</cp:coreProperties>
</file>